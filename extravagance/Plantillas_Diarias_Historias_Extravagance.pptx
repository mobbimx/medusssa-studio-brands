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287000" cy="18287543"/>
  <p:notesSz cx="18287543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1 - HOY ABRIMOS. Uso: cada dia de apertura. Editable: dia, horario, evento. Fondo: foto del venue iluminado. Publicar con sticker de enlace a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2 - PROMO DEL DIA. Uso: diario, cambiando la promo. Editable: nombre, que incluye, precios y vigencia. Si no hay precio anterior, borrar el bloque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3 - RESERVA TU PRIVADO. Uso: jueves y viernes. Editable: numero de privados y dia. Fondo: interior del privado.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4 - CUENTA REGRESIVA. Uso: lunes a jueves, bajando el numero cada dia. Editable: el numero y la frase. Fondo: foto vertical del club a pantalla completa. Se puede acompanar con el sticker de cuenta regresiva de Instagram.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5 - ENCUESTA. Uso: 2 o 3 veces por semana para generar interaccion. Editable: la pregunta y las dos opciones. Al publicar, colocar encima el sticker de ENCUESTA de Instagram sobre las dos tarjetas.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REPOST / GRACIAS POR VENIR. Uso: cada vez que un cliente los etiquete. Editable: usuario del cliente. Colocar la captura o el repost dentro del marco. Importante: solo republicar contenido que el cliente publico voluntariamente etiquetando al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7 - UBICACION Y HORARIOS. Uso: 1 o 2 veces por semana y fijada en destacados. Editable: direccion y horarios. Al publicar, colocar el sticker de UBICACION o el enlace a Google Maps sobre el boton.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7340"/>
            <a:ext cx="10287000" cy="877824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11480" y="5349240"/>
            <a:ext cx="9464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la foto del venue iluminado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1082528"/>
            <a:ext cx="301752" cy="301752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0413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 T A   N O C H 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1658600"/>
            <a:ext cx="8641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ABRIMOS</a:t>
            </a:r>
            <a:endParaRPr lang="en-US" sz="6900" dirty="0"/>
          </a:p>
        </p:txBody>
      </p:sp>
      <p:sp>
        <p:nvSpPr>
          <p:cNvPr id="9" name="Shape 7"/>
          <p:cNvSpPr/>
          <p:nvPr/>
        </p:nvSpPr>
        <p:spPr>
          <a:xfrm>
            <a:off x="822960" y="13098780"/>
            <a:ext cx="8641080" cy="960120"/>
          </a:xfrm>
          <a:prstGeom prst="roundRect">
            <a:avLst>
              <a:gd name="adj" fmla="val 14286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33593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1330452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[Viernes 00 de mes]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14223492"/>
            <a:ext cx="8641080" cy="960120"/>
          </a:xfrm>
          <a:prstGeom prst="roundRect">
            <a:avLst>
              <a:gd name="adj" fmla="val 14286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448409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14429232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[9:00 PM – 3:00 AM]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2960" y="15348204"/>
            <a:ext cx="8641080" cy="960120"/>
          </a:xfrm>
          <a:prstGeom prst="roundRect">
            <a:avLst>
              <a:gd name="adj" fmla="val 14286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56088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1555394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[DJ invitado / show]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22960" y="1666494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666494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por WhatsApp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7340"/>
            <a:ext cx="10287000" cy="850392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11480" y="5212080"/>
            <a:ext cx="9464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la foto de botella o coctel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0808208"/>
            <a:ext cx="301752" cy="301752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076706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M O   D E L   D Í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1384280"/>
            <a:ext cx="86410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 LA PROMO]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822960" y="12618720"/>
            <a:ext cx="8641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[Qué incluye en una línea]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22960" y="13647420"/>
            <a:ext cx="8641080" cy="2400300"/>
          </a:xfrm>
          <a:prstGeom prst="roundRect">
            <a:avLst>
              <a:gd name="adj" fmla="val 6857"/>
            </a:avLst>
          </a:prstGeom>
          <a:solidFill>
            <a:srgbClr val="2C3050"/>
          </a:solidFill>
          <a:ln w="19050">
            <a:solidFill>
              <a:srgbClr val="009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3020" y="139217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3020" y="14305788"/>
            <a:ext cx="30175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strike="sngStrike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4800600" y="139217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800600" y="141960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303020" y="15361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solo [vigencia]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22960" y="1639062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639062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Pídela al reservar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7340"/>
            <a:ext cx="10287000" cy="960120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11480" y="5760720"/>
            <a:ext cx="9464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la foto del interior del privado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1905488"/>
            <a:ext cx="301752" cy="301752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86434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 S P O N I B I L I D A 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41298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TU PRIVADO</a:t>
            </a:r>
            <a:endParaRPr lang="en-US" sz="4950" dirty="0"/>
          </a:p>
        </p:txBody>
      </p:sp>
      <p:sp>
        <p:nvSpPr>
          <p:cNvPr id="9" name="Shape 7"/>
          <p:cNvSpPr/>
          <p:nvPr/>
        </p:nvSpPr>
        <p:spPr>
          <a:xfrm>
            <a:off x="822960" y="13647420"/>
            <a:ext cx="8641080" cy="2674620"/>
          </a:xfrm>
          <a:prstGeom prst="roundRect">
            <a:avLst>
              <a:gd name="adj" fmla="val 6154"/>
            </a:avLst>
          </a:prstGeom>
          <a:solidFill>
            <a:srgbClr val="2C3050"/>
          </a:solidFill>
          <a:ln w="25400">
            <a:solidFill>
              <a:srgbClr val="E538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020" y="139217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03020" y="1426464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200" dirty="0"/>
          </a:p>
        </p:txBody>
      </p:sp>
      <p:sp>
        <p:nvSpPr>
          <p:cNvPr id="12" name="Text 10"/>
          <p:cNvSpPr/>
          <p:nvPr/>
        </p:nvSpPr>
        <p:spPr>
          <a:xfrm>
            <a:off x="3154680" y="147035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privados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3154680" y="15334488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[día / fecha]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03020" y="158419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limitado por noche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1673352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673352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 el tuyo 👉 WhatsApp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8287543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11480" y="2057400"/>
            <a:ext cx="9464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una foto vertical del club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pantalla completa, detrás del texto)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287000" cy="18287543"/>
          </a:xfrm>
          <a:prstGeom prst="rect">
            <a:avLst/>
          </a:prstGeom>
          <a:solidFill>
            <a:srgbClr val="11121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65836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 L T A 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7269480"/>
            <a:ext cx="8641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500" dirty="0"/>
          </a:p>
        </p:txBody>
      </p:sp>
      <p:sp>
        <p:nvSpPr>
          <p:cNvPr id="9" name="Text 7"/>
          <p:cNvSpPr/>
          <p:nvPr/>
        </p:nvSpPr>
        <p:spPr>
          <a:xfrm>
            <a:off x="822960" y="11109960"/>
            <a:ext cx="8641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PARA EL FIN DE SEMANA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12138660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 tu mesa antes de que se llenen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1632204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32204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ahora 👉 WhatsApp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7340"/>
            <a:ext cx="10287000" cy="713232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11480" y="4526280"/>
            <a:ext cx="9464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foto de barra o coctelería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9436608"/>
            <a:ext cx="301752" cy="301752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939546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Ú   D E C I D E 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0012680"/>
            <a:ext cx="864108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¿TÚ QUÉ PIDES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HOY?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822960" y="12824460"/>
            <a:ext cx="4114800" cy="2606040"/>
          </a:xfrm>
          <a:prstGeom prst="roundRect">
            <a:avLst>
              <a:gd name="adj" fmla="val 6316"/>
            </a:avLst>
          </a:prstGeom>
          <a:solidFill>
            <a:srgbClr val="2C3050"/>
          </a:solidFill>
          <a:ln w="19050">
            <a:solidFill>
              <a:srgbClr val="009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7460" y="13167360"/>
            <a:ext cx="685800" cy="685800"/>
          </a:xfrm>
          <a:prstGeom prst="ellipse">
            <a:avLst/>
          </a:prstGeom>
          <a:solidFill>
            <a:srgbClr val="009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7460" y="1316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28700" y="14127480"/>
            <a:ext cx="3703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[Opción A]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5349240" y="12824460"/>
            <a:ext cx="4114800" cy="2606040"/>
          </a:xfrm>
          <a:prstGeom prst="roundRect">
            <a:avLst>
              <a:gd name="adj" fmla="val 6316"/>
            </a:avLst>
          </a:prstGeom>
          <a:solidFill>
            <a:srgbClr val="2C3050"/>
          </a:solidFill>
          <a:ln w="19050">
            <a:solidFill>
              <a:srgbClr val="009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63740" y="13167360"/>
            <a:ext cx="685800" cy="685800"/>
          </a:xfrm>
          <a:prstGeom prst="ellipse">
            <a:avLst/>
          </a:prstGeom>
          <a:solidFill>
            <a:srgbClr val="009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3740" y="1316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554980" y="14127480"/>
            <a:ext cx="3703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[Opción B]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822960" y="15773400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aquí 👆 y te decimos qué llevar a tu mesa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" y="1652778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1652778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escríbenos por WhatsApp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961388"/>
            <a:ext cx="301752" cy="301752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92024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O S   E T I Q U E T A R O 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37460"/>
            <a:ext cx="8641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VENIR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1440180" y="4800600"/>
            <a:ext cx="7406640" cy="946404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51660" y="891540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AQUÍ la historia del cliente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(captura o repost)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4676120"/>
            <a:ext cx="864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@[usuario_del_cliente]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15499080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Etiquétanos en tus historias y te compartimos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1639062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39062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Síguenos @extravagance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7340"/>
            <a:ext cx="10287000" cy="6858000"/>
          </a:xfrm>
          <a:prstGeom prst="rect">
            <a:avLst/>
          </a:prstGeom>
          <a:solidFill>
            <a:srgbClr val="1A1C2E"/>
          </a:solidFill>
          <a:ln w="12700">
            <a:solidFill>
              <a:srgbClr val="767D9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11480" y="4389120"/>
            <a:ext cx="9464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AQUÍ la foto de la fachada / entrada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54380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T R A V A G A N C 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22960" y="17803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225" kern="0" dirty="0">
                <a:solidFill>
                  <a:srgbClr val="767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D U S S S A . S T U D I 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9025128"/>
            <a:ext cx="301752" cy="301752"/>
          </a:xfrm>
          <a:prstGeom prst="diamond">
            <a:avLst/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8983980"/>
            <a:ext cx="8092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Ó M O   L L E G A 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9601200"/>
            <a:ext cx="86410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ESTAMOS</a:t>
            </a:r>
            <a:endParaRPr lang="en-US" sz="6300" dirty="0"/>
          </a:p>
        </p:txBody>
      </p:sp>
      <p:sp>
        <p:nvSpPr>
          <p:cNvPr id="9" name="Shape 7"/>
          <p:cNvSpPr/>
          <p:nvPr/>
        </p:nvSpPr>
        <p:spPr>
          <a:xfrm>
            <a:off x="822960" y="11041380"/>
            <a:ext cx="8641080" cy="1920240"/>
          </a:xfrm>
          <a:prstGeom prst="roundRect">
            <a:avLst>
              <a:gd name="adj" fmla="val 8571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020" y="113157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03020" y="11768328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[Calle y número, colonia,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del Río, Veracruz]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13373100"/>
            <a:ext cx="8641080" cy="850392"/>
          </a:xfrm>
          <a:prstGeom prst="roundRect">
            <a:avLst>
              <a:gd name="adj" fmla="val 16129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35925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3551408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[9:00 PM – 2:00 AM]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22960" y="14360652"/>
            <a:ext cx="8641080" cy="850392"/>
          </a:xfrm>
          <a:prstGeom prst="roundRect">
            <a:avLst>
              <a:gd name="adj" fmla="val 16129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45801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14538960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[9:00 PM – 3:00 AM]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22960" y="15348204"/>
            <a:ext cx="8641080" cy="850392"/>
          </a:xfrm>
          <a:prstGeom prst="roundRect">
            <a:avLst>
              <a:gd name="adj" fmla="val 16129"/>
            </a:avLst>
          </a:prstGeom>
          <a:solidFill>
            <a:srgbClr val="2C3050"/>
          </a:solidFill>
          <a:ln w="12700">
            <a:solidFill>
              <a:srgbClr val="2C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155676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25" kern="0" dirty="0">
                <a:solidFill>
                  <a:srgbClr val="00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77640" y="1552651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[9:00 PM – 3:00 AM]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822960" y="16459200"/>
            <a:ext cx="8641080" cy="1028700"/>
          </a:xfrm>
          <a:prstGeom prst="roundRect">
            <a:avLst>
              <a:gd name="adj" fmla="val 49333"/>
            </a:avLst>
          </a:prstGeom>
          <a:solidFill>
            <a:srgbClr val="E5384E"/>
          </a:solidFill>
          <a:ln w="12700">
            <a:solidFill>
              <a:srgbClr val="E538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16459200"/>
            <a:ext cx="86410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en Google Maps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2026-08-17T22:56:42Z</dcterms:created>
  <dcterms:modified xsi:type="dcterms:W3CDTF">2026-08-17T22:56:42Z</dcterms:modified>
</cp:coreProperties>
</file>