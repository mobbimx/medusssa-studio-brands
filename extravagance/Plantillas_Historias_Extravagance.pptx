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1 - LA PROMO DE HOY. Editable: nombre de botella, precio antes, precio hoy, vigencia. Sustituir la zona punteada por foto de botella/hielera. Publicar como historia 9:16 con sticker de link a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2 - COMBO DEL FIN. Editable: los 3 elementos del combo y el precio. Sustituir la zona punteada por foto de mesa VIP. Agregar sticker de link a WhatsApp al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3 - ULTIMOS PRIVADOS. Editable: numero de privados disponibles y el dia. Sustituir la zona punteada por foto del privado. Publicar con sticker de link a WhatsApp; funciona mejor jueves y viernes.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689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6858000" cy="566928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 foto de botella / hielera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› Imagen › enviar al fondo)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7178040"/>
            <a:ext cx="201168" cy="201168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150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M O   D E   H O 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7589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 DEL MES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83667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la botella]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9052560"/>
            <a:ext cx="5760720" cy="1600200"/>
          </a:xfrm>
          <a:prstGeom prst="roundRect">
            <a:avLst>
              <a:gd name="adj" fmla="val 6857"/>
            </a:avLst>
          </a:prstGeom>
          <a:solidFill>
            <a:srgbClr val="2C3050"/>
          </a:solidFill>
          <a:ln w="19050">
            <a:solidFill>
              <a:srgbClr val="009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9235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491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trike="sngStrike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9235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9418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8680" y="10195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solo [fecha / vigencia]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0881360"/>
            <a:ext cx="5760720" cy="6858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0881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esta historia para apartar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689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6858000" cy="457200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 foto de la mesa VIP montada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6080760"/>
            <a:ext cx="201168" cy="201168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M B O   D E L   F I 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INCLUIDO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736092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7543800"/>
            <a:ext cx="502920" cy="502920"/>
          </a:xfrm>
          <a:prstGeom prst="ellipse">
            <a:avLst/>
          </a:prstGeom>
          <a:solidFill>
            <a:srgbClr val="009CFF"/>
          </a:solidFill>
          <a:ln w="12700">
            <a:solidFill>
              <a:srgbClr val="009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7543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7516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7818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[Capacidad / zona]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841248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8595360"/>
            <a:ext cx="502920" cy="502920"/>
          </a:xfrm>
          <a:prstGeom prst="ellipse">
            <a:avLst/>
          </a:prstGeom>
          <a:solidFill>
            <a:srgbClr val="009CFF"/>
          </a:solidFill>
          <a:ln w="12700">
            <a:solidFill>
              <a:srgbClr val="009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8595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8567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BOTELLA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8869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[Marca incluida]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946404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9646920"/>
            <a:ext cx="502920" cy="502920"/>
          </a:xfrm>
          <a:prstGeom prst="ellipse">
            <a:avLst/>
          </a:prstGeom>
          <a:solidFill>
            <a:srgbClr val="009CFF"/>
          </a:solidFill>
          <a:ln w="12700">
            <a:solidFill>
              <a:srgbClr val="009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9646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9619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MEZCLADORES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9921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[Cantidad / tipo]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10378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3520440" y="10652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mesa completa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1109960"/>
            <a:ext cx="5760720" cy="594360"/>
          </a:xfrm>
          <a:prstGeom prst="roundRect">
            <a:avLst>
              <a:gd name="adj" fmla="val 49231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11099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 por WhatsApp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689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6858000" cy="649224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3977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 foto del privado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(puerta semiabierta funciona mejor)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8001000"/>
            <a:ext cx="201168" cy="201168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973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 S P O N I B I L I D A 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8412480"/>
            <a:ext cx="5760720" cy="2103120"/>
          </a:xfrm>
          <a:prstGeom prst="roundRect">
            <a:avLst>
              <a:gd name="adj" fmla="val 5217"/>
            </a:avLst>
          </a:prstGeom>
          <a:solidFill>
            <a:srgbClr val="2C3050"/>
          </a:solidFill>
          <a:ln w="25400">
            <a:solidFill>
              <a:srgbClr val="E538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41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8869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2194560" y="9235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94560" y="9692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[día]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0104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limitado por noche · Se aparta con anticipo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0789920"/>
            <a:ext cx="5760720" cy="6858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07899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el tuyo 👉 WhatsApp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2026-08-17T20:47:02Z</dcterms:created>
  <dcterms:modified xsi:type="dcterms:W3CDTF">2026-08-17T20:47:02Z</dcterms:modified>
</cp:coreProperties>
</file>