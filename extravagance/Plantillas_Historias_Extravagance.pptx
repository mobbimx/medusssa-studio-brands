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6858000" cy="12191695"/>
  <p:notesSz cx="12191695" cy="685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PLANTILLA 8 - HOY ABRIMOS. Editable: dia, horario y evento/DJ de la noche. Fondo: foto del venue iluminado (Post 5). Publicar con sticker de enlace a WhatsApp. Se publica cada dia de apertura.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PLANTILLA 9 - PROMO DEL DIA. Editable: nombre de la promo, que incluye, precio antes, precio hoy y vigencia. Fondo: foto de botella o coctel (Video 3 / Post 6). Si no hay precio anterior, borrar el bloque ANTES y centrar el precio.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PLANTILLA 10 - RESERVA TU PRIVADO. Editable: numero de privados disponibles y dia/fecha. Fondo: interior del privado (Post 7). Funciona mejor publicada jueves y viernes, con sticker de enlace a WhatsApp.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5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X T R A V A G A N C 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186891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67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E D U S S S A . S T U D I 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1051560"/>
            <a:ext cx="6858000" cy="5852160"/>
          </a:xfrm>
          <a:prstGeom prst="rect">
            <a:avLst/>
          </a:prstGeom>
          <a:solidFill>
            <a:srgbClr val="1A1C2E"/>
          </a:solidFill>
          <a:ln w="12700">
            <a:solidFill>
              <a:srgbClr val="767D9E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731520" y="361188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67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INSERTA AQUÍ la foto del venue iluminado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767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(sale del POST 5 — foto hero)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7388352"/>
            <a:ext cx="201168" cy="201168"/>
          </a:xfrm>
          <a:prstGeom prst="diamond">
            <a:avLst/>
          </a:prstGeom>
          <a:solidFill>
            <a:srgbClr val="E5384E"/>
          </a:solidFill>
          <a:ln w="12700">
            <a:solidFill>
              <a:srgbClr val="E5384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73609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S T A   N O C H 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777240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ABRIMOS</a:t>
            </a:r>
            <a:endParaRPr lang="en-US" sz="4600" dirty="0"/>
          </a:p>
        </p:txBody>
      </p:sp>
      <p:sp>
        <p:nvSpPr>
          <p:cNvPr id="9" name="Shape 7"/>
          <p:cNvSpPr/>
          <p:nvPr/>
        </p:nvSpPr>
        <p:spPr>
          <a:xfrm>
            <a:off x="548640" y="8732520"/>
            <a:ext cx="5760720" cy="640080"/>
          </a:xfrm>
          <a:prstGeom prst="roundRect">
            <a:avLst>
              <a:gd name="adj" fmla="val 14286"/>
            </a:avLst>
          </a:prstGeom>
          <a:solidFill>
            <a:srgbClr val="2C3050"/>
          </a:solidFill>
          <a:ln w="12700">
            <a:solidFill>
              <a:srgbClr val="2C305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8906256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09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377440" y="88696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[Viernes 00 de mes]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9482328"/>
            <a:ext cx="5760720" cy="640080"/>
          </a:xfrm>
          <a:prstGeom prst="roundRect">
            <a:avLst>
              <a:gd name="adj" fmla="val 14286"/>
            </a:avLst>
          </a:prstGeom>
          <a:solidFill>
            <a:srgbClr val="2C3050"/>
          </a:solidFill>
          <a:ln w="12700">
            <a:solidFill>
              <a:srgbClr val="2C30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9656064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09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HORARIO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377440" y="961948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[9:00 PM – 3:00 AM]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48640" y="10232136"/>
            <a:ext cx="5760720" cy="640080"/>
          </a:xfrm>
          <a:prstGeom prst="roundRect">
            <a:avLst>
              <a:gd name="adj" fmla="val 14286"/>
            </a:avLst>
          </a:prstGeom>
          <a:solidFill>
            <a:srgbClr val="2C3050"/>
          </a:solidFill>
          <a:ln w="12700">
            <a:solidFill>
              <a:srgbClr val="2C305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1040587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09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377440" y="10369296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[DJ invitado / show de la noche]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48640" y="11109960"/>
            <a:ext cx="5760720" cy="685800"/>
          </a:xfrm>
          <a:prstGeom prst="roundRect">
            <a:avLst>
              <a:gd name="adj" fmla="val 49333"/>
            </a:avLst>
          </a:prstGeom>
          <a:solidFill>
            <a:srgbClr val="E5384E"/>
          </a:solidFill>
          <a:ln w="12700">
            <a:solidFill>
              <a:srgbClr val="E5384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11109960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por WhatsApp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5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X T R A V A G A N C 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186891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67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E D U S S S A . S T U D I 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1051560"/>
            <a:ext cx="6858000" cy="5669280"/>
          </a:xfrm>
          <a:prstGeom prst="rect">
            <a:avLst/>
          </a:prstGeom>
          <a:solidFill>
            <a:srgbClr val="1A1C2E"/>
          </a:solidFill>
          <a:ln w="12700">
            <a:solidFill>
              <a:srgbClr val="767D9E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731520" y="352044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67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INSERTA AQUÍ la foto de botella o coctel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767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(sale del VIDEO 3 / POST 6)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7205472"/>
            <a:ext cx="201168" cy="201168"/>
          </a:xfrm>
          <a:prstGeom prst="diamond">
            <a:avLst/>
          </a:prstGeom>
          <a:solidFill>
            <a:srgbClr val="E5384E"/>
          </a:solidFill>
          <a:ln w="12700">
            <a:solidFill>
              <a:srgbClr val="E5384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71780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R O M O   D E L   D Í A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7589520"/>
            <a:ext cx="5760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[NOMBRE DE LA PROMO]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548640" y="8412480"/>
            <a:ext cx="5760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9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[Qué incluye en una línea]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9098280"/>
            <a:ext cx="5760720" cy="1600200"/>
          </a:xfrm>
          <a:prstGeom prst="roundRect">
            <a:avLst>
              <a:gd name="adj" fmla="val 6857"/>
            </a:avLst>
          </a:prstGeom>
          <a:solidFill>
            <a:srgbClr val="2C3050"/>
          </a:solidFill>
          <a:ln w="19050">
            <a:solidFill>
              <a:srgbClr val="009C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928116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767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68680" y="9537192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trike="sngStrike" dirty="0">
                <a:solidFill>
                  <a:srgbClr val="767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$0,000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200400" y="928116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9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200400" y="946404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$0,000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868680" y="102412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Válido solo [vigencia]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10927080"/>
            <a:ext cx="5760720" cy="685800"/>
          </a:xfrm>
          <a:prstGeom prst="roundRect">
            <a:avLst>
              <a:gd name="adj" fmla="val 49333"/>
            </a:avLst>
          </a:prstGeom>
          <a:solidFill>
            <a:srgbClr val="E5384E"/>
          </a:solidFill>
          <a:ln w="12700">
            <a:solidFill>
              <a:srgbClr val="E5384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10927080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Pídela al reservar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325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X T R A V A G A N C 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186891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67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E D U S S S A . S T U D I 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1051560"/>
            <a:ext cx="6858000" cy="6400800"/>
          </a:xfrm>
          <a:prstGeom prst="rect">
            <a:avLst/>
          </a:prstGeom>
          <a:solidFill>
            <a:srgbClr val="1A1C2E"/>
          </a:solidFill>
          <a:ln w="12700">
            <a:solidFill>
              <a:srgbClr val="767D9E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731520" y="388620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67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INSERTA AQUÍ la foto del interior del privado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767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(sale del POST 7 — carrusel)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7936992"/>
            <a:ext cx="201168" cy="201168"/>
          </a:xfrm>
          <a:prstGeom prst="diamond">
            <a:avLst/>
          </a:prstGeom>
          <a:solidFill>
            <a:srgbClr val="E5384E"/>
          </a:solidFill>
          <a:ln w="12700">
            <a:solidFill>
              <a:srgbClr val="E5384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79095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I S P O N I B I L I D A 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8275320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TU PRIVADO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548640" y="9098280"/>
            <a:ext cx="5760720" cy="1783080"/>
          </a:xfrm>
          <a:prstGeom prst="roundRect">
            <a:avLst>
              <a:gd name="adj" fmla="val 6154"/>
            </a:avLst>
          </a:prstGeom>
          <a:solidFill>
            <a:srgbClr val="2C3050"/>
          </a:solidFill>
          <a:ln w="25400">
            <a:solidFill>
              <a:srgbClr val="E5384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9281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68680" y="950976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6800" dirty="0"/>
          </a:p>
        </p:txBody>
      </p:sp>
      <p:sp>
        <p:nvSpPr>
          <p:cNvPr id="12" name="Text 10"/>
          <p:cNvSpPr/>
          <p:nvPr/>
        </p:nvSpPr>
        <p:spPr>
          <a:xfrm>
            <a:off x="2103120" y="980236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privados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103120" y="1022299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9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el [día / fecha]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68680" y="1056132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67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Cupo limitado por noche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11155680"/>
            <a:ext cx="5760720" cy="685800"/>
          </a:xfrm>
          <a:prstGeom prst="roundRect">
            <a:avLst>
              <a:gd name="adj" fmla="val 49333"/>
            </a:avLst>
          </a:prstGeom>
          <a:solidFill>
            <a:srgbClr val="E5384E"/>
          </a:solidFill>
          <a:ln w="12700">
            <a:solidFill>
              <a:srgbClr val="E5384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11155680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Aparta el tuyo 👉 WhatsApp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2026-08-17T20:51:48Z</dcterms:created>
  <dcterms:modified xsi:type="dcterms:W3CDTF">2026-08-17T20:51:48Z</dcterms:modified>
</cp:coreProperties>
</file>