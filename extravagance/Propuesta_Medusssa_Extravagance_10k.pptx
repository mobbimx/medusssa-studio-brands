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2.png"/><Relationship Id="rId6" Type="http://schemas.openxmlformats.org/officeDocument/2006/relationships/image" Target="../media/image-2-3.png"/><Relationship Id="rId7" Type="http://schemas.openxmlformats.org/officeDocument/2006/relationships/image" Target="../media/image-2-7.png"/><Relationship Id="rId8" Type="http://schemas.openxmlformats.org/officeDocument/2006/relationships/image" Target="../media/image-2-2.png"/><Relationship Id="rId9" Type="http://schemas.openxmlformats.org/officeDocument/2006/relationships/image" Target="../media/image-2-3.png"/><Relationship Id="rId10" Type="http://schemas.openxmlformats.org/officeDocument/2006/relationships/image" Target="../media/image-2-10.png"/><Relationship Id="rId11" Type="http://schemas.openxmlformats.org/officeDocument/2006/relationships/image" Target="../media/image-2-2.png"/><Relationship Id="rId12" Type="http://schemas.openxmlformats.org/officeDocument/2006/relationships/image" Target="../media/image-2-3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4.png"/><Relationship Id="rId8" Type="http://schemas.openxmlformats.org/officeDocument/2006/relationships/image" Target="../media/image-3-5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0.png"/><Relationship Id="rId12" Type="http://schemas.openxmlformats.org/officeDocument/2006/relationships/image" Target="../media/image-3-10.png"/><Relationship Id="rId13" Type="http://schemas.openxmlformats.org/officeDocument/2006/relationships/image" Target="../media/image-3-10.png"/><Relationship Id="rId14" Type="http://schemas.openxmlformats.org/officeDocument/2006/relationships/image" Target="../media/image-3-10.png"/><Relationship Id="rId15" Type="http://schemas.openxmlformats.org/officeDocument/2006/relationships/image" Target="../media/image-3-10.png"/><Relationship Id="rId16" Type="http://schemas.openxmlformats.org/officeDocument/2006/relationships/image" Target="../media/image-3-10.png"/><Relationship Id="rId17" Type="http://schemas.openxmlformats.org/officeDocument/2006/relationships/image" Target="../media/image-3-10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5.png"/><Relationship Id="rId7" Type="http://schemas.openxmlformats.org/officeDocument/2006/relationships/image" Target="../media/image-4-5.png"/><Relationship Id="rId8" Type="http://schemas.openxmlformats.org/officeDocument/2006/relationships/image" Target="../media/image-4-5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x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6421" y="463423"/>
            <a:ext cx="2895600" cy="4143375"/>
          </a:xfrm>
          <a:prstGeom prst="rect">
            <a:avLst/>
          </a:prstGeom>
        </p:spPr>
      </p:pic>
      <p:pic>
        <p:nvPicPr>
          <p:cNvPr id="3" name="Image 1" descr="img/x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09" y="800862"/>
            <a:ext cx="304800" cy="304800"/>
          </a:xfrm>
          <a:prstGeom prst="rect">
            <a:avLst/>
          </a:prstGeom>
        </p:spPr>
      </p:pic>
      <p:pic>
        <p:nvPicPr>
          <p:cNvPr id="4" name="Image 2" descr="img/x2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63" y="347853"/>
            <a:ext cx="457200" cy="4572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67080" y="487934"/>
            <a:ext cx="2540000" cy="21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D U S S S A . S T U D I O</a:t>
            </a:r>
            <a:endParaRPr lang="en-US" sz="1100" dirty="0"/>
          </a:p>
        </p:txBody>
      </p:sp>
      <p:sp>
        <p:nvSpPr>
          <p:cNvPr id="6" name="Text 1"/>
          <p:cNvSpPr/>
          <p:nvPr/>
        </p:nvSpPr>
        <p:spPr>
          <a:xfrm>
            <a:off x="767080" y="849884"/>
            <a:ext cx="2540000" cy="21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T - A C E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529590" y="1630578"/>
            <a:ext cx="4445000" cy="20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P U E S T A   D E   S E R V I C I O S   D I G I T A L E S</a:t>
            </a:r>
            <a:endParaRPr lang="en-US" sz="1060" dirty="0"/>
          </a:p>
        </p:txBody>
      </p:sp>
      <p:sp>
        <p:nvSpPr>
          <p:cNvPr id="8" name="Text 3"/>
          <p:cNvSpPr/>
          <p:nvPr/>
        </p:nvSpPr>
        <p:spPr>
          <a:xfrm>
            <a:off x="529590" y="1959864"/>
            <a:ext cx="5334000" cy="31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P U E S T A   M E D U S S S A   x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83870" y="2324100"/>
            <a:ext cx="609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EXTRAVAGANCE</a:t>
            </a:r>
            <a:endParaRPr lang="en-US" sz="5000" dirty="0"/>
          </a:p>
        </p:txBody>
      </p:sp>
      <p:sp>
        <p:nvSpPr>
          <p:cNvPr id="10" name="Text 5"/>
          <p:cNvSpPr/>
          <p:nvPr/>
        </p:nvSpPr>
        <p:spPr>
          <a:xfrm>
            <a:off x="529590" y="3359455"/>
            <a:ext cx="6604000" cy="259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publicitaria y Automatización de mensajeria</a:t>
            </a:r>
            <a:endParaRPr lang="en-US" sz="1320" dirty="0"/>
          </a:p>
        </p:txBody>
      </p:sp>
      <p:sp>
        <p:nvSpPr>
          <p:cNvPr id="11" name="Text 6"/>
          <p:cNvSpPr/>
          <p:nvPr/>
        </p:nvSpPr>
        <p:spPr>
          <a:xfrm>
            <a:off x="529590" y="3712464"/>
            <a:ext cx="6350000" cy="433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100" dirty="0">
                <a:solidFill>
                  <a:srgbClr val="A9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Reposicionamiento de la comunicación, embudo completo de anuncios y sistema de</a:t>
            </a:r>
            <a:endParaRPr lang="en-US" sz="1100" dirty="0"/>
          </a:p>
          <a:p>
            <a:pPr algn="l" indent="0" marL="0">
              <a:lnSpc>
                <a:spcPts val="1280"/>
              </a:lnSpc>
              <a:buNone/>
            </a:pPr>
            <a:r>
              <a:rPr lang="en-US" sz="1100" dirty="0">
                <a:solidFill>
                  <a:srgbClr val="A9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reservas: Automatizacionde WhatsApp y Google Business.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29590" y="4594860"/>
            <a:ext cx="33020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Boca del Río, Veracruz   ·   Julio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x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044" y="387604"/>
            <a:ext cx="190500" cy="190500"/>
          </a:xfrm>
          <a:prstGeom prst="rect">
            <a:avLst/>
          </a:prstGeom>
        </p:spPr>
      </p:pic>
      <p:pic>
        <p:nvPicPr>
          <p:cNvPr id="3" name="Image 1" descr="img/x3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16" y="1319784"/>
            <a:ext cx="4199128" cy="1818894"/>
          </a:xfrm>
          <a:prstGeom prst="rect">
            <a:avLst/>
          </a:prstGeom>
        </p:spPr>
      </p:pic>
      <p:pic>
        <p:nvPicPr>
          <p:cNvPr id="4" name="Image 2" descr="img/x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48" y="1321816"/>
            <a:ext cx="4124325" cy="1743075"/>
          </a:xfrm>
          <a:prstGeom prst="rect">
            <a:avLst/>
          </a:prstGeom>
        </p:spPr>
      </p:pic>
      <p:pic>
        <p:nvPicPr>
          <p:cNvPr id="5" name="Image 3" descr="img/x32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1728216"/>
            <a:ext cx="201168" cy="201168"/>
          </a:xfrm>
          <a:prstGeom prst="rect">
            <a:avLst/>
          </a:prstGeom>
        </p:spPr>
      </p:pic>
      <p:pic>
        <p:nvPicPr>
          <p:cNvPr id="6" name="Image 4" descr="img/x32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092" y="1319784"/>
            <a:ext cx="4199128" cy="1818894"/>
          </a:xfrm>
          <a:prstGeom prst="rect">
            <a:avLst/>
          </a:prstGeom>
        </p:spPr>
      </p:pic>
      <p:pic>
        <p:nvPicPr>
          <p:cNvPr id="7" name="Image 5" descr="img/x4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6224" y="1321816"/>
            <a:ext cx="4124325" cy="1743075"/>
          </a:xfrm>
          <a:prstGeom prst="rect">
            <a:avLst/>
          </a:prstGeom>
        </p:spPr>
      </p:pic>
      <p:pic>
        <p:nvPicPr>
          <p:cNvPr id="8" name="Image 6" descr="img/x33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1728216"/>
            <a:ext cx="201168" cy="201168"/>
          </a:xfrm>
          <a:prstGeom prst="rect">
            <a:avLst/>
          </a:prstGeom>
        </p:spPr>
      </p:pic>
      <p:pic>
        <p:nvPicPr>
          <p:cNvPr id="9" name="Image 7" descr="img/x32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716" y="3057144"/>
            <a:ext cx="4199128" cy="1818894"/>
          </a:xfrm>
          <a:prstGeom prst="rect">
            <a:avLst/>
          </a:prstGeom>
        </p:spPr>
      </p:pic>
      <p:pic>
        <p:nvPicPr>
          <p:cNvPr id="10" name="Image 8" descr="img/x4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848" y="3059176"/>
            <a:ext cx="4124325" cy="1743075"/>
          </a:xfrm>
          <a:prstGeom prst="rect">
            <a:avLst/>
          </a:prstGeom>
        </p:spPr>
      </p:pic>
      <p:pic>
        <p:nvPicPr>
          <p:cNvPr id="11" name="Image 9" descr="img/x339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824" y="3465576"/>
            <a:ext cx="201168" cy="201168"/>
          </a:xfrm>
          <a:prstGeom prst="rect">
            <a:avLst/>
          </a:prstGeom>
        </p:spPr>
      </p:pic>
      <p:pic>
        <p:nvPicPr>
          <p:cNvPr id="12" name="Image 10" descr="img/x32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6092" y="3057144"/>
            <a:ext cx="4199128" cy="1818894"/>
          </a:xfrm>
          <a:prstGeom prst="rect">
            <a:avLst/>
          </a:prstGeom>
        </p:spPr>
      </p:pic>
      <p:pic>
        <p:nvPicPr>
          <p:cNvPr id="13" name="Image 11" descr="img/x4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6224" y="3059176"/>
            <a:ext cx="4124325" cy="1743075"/>
          </a:xfrm>
          <a:prstGeom prst="rect">
            <a:avLst/>
          </a:prstGeom>
        </p:spPr>
      </p:pic>
      <p:pic>
        <p:nvPicPr>
          <p:cNvPr id="14" name="Image 12" descr="img/x345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0" y="3465576"/>
            <a:ext cx="201168" cy="201168"/>
          </a:xfrm>
          <a:prstGeom prst="rect">
            <a:avLst/>
          </a:prstGeom>
        </p:spPr>
      </p:pic>
      <p:pic>
        <p:nvPicPr>
          <p:cNvPr id="15" name="Image 13" descr="img/x44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13649" y="390271"/>
            <a:ext cx="485775" cy="485775"/>
          </a:xfrm>
          <a:prstGeom prst="rect">
            <a:avLst/>
          </a:prstGeom>
        </p:spPr>
      </p:pic>
      <p:pic>
        <p:nvPicPr>
          <p:cNvPr id="16" name="Image 14" descr="img/x45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00569" y="239522"/>
            <a:ext cx="790575" cy="790575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730250" y="378333"/>
            <a:ext cx="2540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9C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 I A G N Ó S T I C O</a:t>
            </a:r>
            <a:endParaRPr lang="en-US" sz="950" dirty="0"/>
          </a:p>
        </p:txBody>
      </p:sp>
      <p:sp>
        <p:nvSpPr>
          <p:cNvPr id="18" name="Text 1"/>
          <p:cNvSpPr/>
          <p:nvPr/>
        </p:nvSpPr>
        <p:spPr>
          <a:xfrm>
            <a:off x="483870" y="603250"/>
            <a:ext cx="44450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Antes de empezar</a:t>
            </a:r>
            <a:endParaRPr lang="en-US" sz="2500" dirty="0"/>
          </a:p>
        </p:txBody>
      </p:sp>
      <p:sp>
        <p:nvSpPr>
          <p:cNvPr id="19" name="Text 2"/>
          <p:cNvSpPr/>
          <p:nvPr/>
        </p:nvSpPr>
        <p:spPr>
          <a:xfrm>
            <a:off x="495300" y="972490"/>
            <a:ext cx="3175000" cy="21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70" i="1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Problemáticasactuales.</a:t>
            </a:r>
            <a:endParaRPr lang="en-US" sz="1070" dirty="0"/>
          </a:p>
        </p:txBody>
      </p:sp>
      <p:sp>
        <p:nvSpPr>
          <p:cNvPr id="20" name="Text 3"/>
          <p:cNvSpPr/>
          <p:nvPr/>
        </p:nvSpPr>
        <p:spPr>
          <a:xfrm>
            <a:off x="1325880" y="1692275"/>
            <a:ext cx="3175000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Contenido no aptopara publicidad</a:t>
            </a:r>
            <a:endParaRPr lang="en-US" sz="1250" dirty="0"/>
          </a:p>
        </p:txBody>
      </p:sp>
      <p:sp>
        <p:nvSpPr>
          <p:cNvPr id="21" name="Text 4"/>
          <p:cNvSpPr/>
          <p:nvPr/>
        </p:nvSpPr>
        <p:spPr>
          <a:xfrm>
            <a:off x="5477510" y="1692275"/>
            <a:ext cx="3175000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Alcance</a:t>
            </a:r>
            <a:endParaRPr lang="en-US" sz="1250" dirty="0"/>
          </a:p>
        </p:txBody>
      </p:sp>
      <p:sp>
        <p:nvSpPr>
          <p:cNvPr id="22" name="Text 5"/>
          <p:cNvSpPr/>
          <p:nvPr/>
        </p:nvSpPr>
        <p:spPr>
          <a:xfrm>
            <a:off x="1325880" y="3429635"/>
            <a:ext cx="3175000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lugar no se ve</a:t>
            </a:r>
            <a:endParaRPr lang="en-US" sz="1250" dirty="0"/>
          </a:p>
        </p:txBody>
      </p:sp>
      <p:sp>
        <p:nvSpPr>
          <p:cNvPr id="23" name="Text 6"/>
          <p:cNvSpPr/>
          <p:nvPr/>
        </p:nvSpPr>
        <p:spPr>
          <a:xfrm>
            <a:off x="5477510" y="3429635"/>
            <a:ext cx="3175000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 canal de cierre</a:t>
            </a:r>
            <a:endParaRPr lang="en-US" sz="1250" dirty="0"/>
          </a:p>
        </p:txBody>
      </p:sp>
      <p:sp>
        <p:nvSpPr>
          <p:cNvPr id="24" name="Text 7"/>
          <p:cNvSpPr/>
          <p:nvPr/>
        </p:nvSpPr>
        <p:spPr>
          <a:xfrm>
            <a:off x="740410" y="2353183"/>
            <a:ext cx="3619500" cy="37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enfoque actual infringe políticas de Meta: los anuncios no</a:t>
            </a:r>
            <a:endParaRPr lang="en-US" sz="950" dirty="0"/>
          </a:p>
          <a:p>
            <a:pPr algn="l" indent="0" marL="0">
              <a:lnSpc>
                <a:spcPts val="128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aprueban y la página opera bajo riesgo de restricción.</a:t>
            </a:r>
            <a:endParaRPr lang="en-US" sz="950" dirty="0"/>
          </a:p>
        </p:txBody>
      </p:sp>
      <p:sp>
        <p:nvSpPr>
          <p:cNvPr id="25" name="Text 8"/>
          <p:cNvSpPr/>
          <p:nvPr/>
        </p:nvSpPr>
        <p:spPr>
          <a:xfrm>
            <a:off x="4892040" y="2284603"/>
            <a:ext cx="3619500" cy="56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 4,300 seguidores y 1–2 reacciones por publicación, el</a:t>
            </a:r>
            <a:endParaRPr lang="en-US" sz="950" dirty="0"/>
          </a:p>
          <a:p>
            <a:pPr algn="l" indent="0" marL="0">
              <a:lnSpc>
                <a:spcPts val="113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 limita la distribución incluso a quienes ya los</a:t>
            </a:r>
            <a:endParaRPr lang="en-US" sz="950" dirty="0"/>
          </a:p>
          <a:p>
            <a:pPr algn="l" indent="0" marL="0">
              <a:lnSpc>
                <a:spcPts val="113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siguen.</a:t>
            </a:r>
            <a:endParaRPr lang="en-US" sz="950" dirty="0"/>
          </a:p>
        </p:txBody>
      </p:sp>
      <p:sp>
        <p:nvSpPr>
          <p:cNvPr id="26" name="Text 9"/>
          <p:cNvSpPr/>
          <p:nvPr/>
        </p:nvSpPr>
        <p:spPr>
          <a:xfrm>
            <a:off x="740410" y="4100703"/>
            <a:ext cx="3683000" cy="37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hay una sola foto real del venue: mesas, privados, servicio,</a:t>
            </a:r>
            <a:endParaRPr lang="en-US" sz="9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ambiente. La experiencia no tiene evidencia.</a:t>
            </a:r>
            <a:endParaRPr lang="en-US" sz="950" dirty="0"/>
          </a:p>
        </p:txBody>
      </p:sp>
      <p:sp>
        <p:nvSpPr>
          <p:cNvPr id="27" name="Text 10"/>
          <p:cNvSpPr/>
          <p:nvPr/>
        </p:nvSpPr>
        <p:spPr>
          <a:xfrm>
            <a:off x="4892040" y="4100703"/>
            <a:ext cx="3683000" cy="37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publicación termina sin siguiente paso: no existe flujo</a:t>
            </a:r>
            <a:endParaRPr lang="en-US" sz="9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 reserva ni atención estructurada por WhatsApp.</a:t>
            </a:r>
            <a:endParaRPr lang="en-US" sz="950" dirty="0"/>
          </a:p>
        </p:txBody>
      </p:sp>
      <p:sp>
        <p:nvSpPr>
          <p:cNvPr id="28" name="Text 11"/>
          <p:cNvSpPr/>
          <p:nvPr/>
        </p:nvSpPr>
        <p:spPr>
          <a:xfrm>
            <a:off x="483870" y="4854448"/>
            <a:ext cx="3810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 E D U S S S A . S T U D I O    ×    E X T R A V A G A N C E   C L U B   F O R   M E N</a:t>
            </a:r>
            <a:endParaRPr lang="en-US" sz="700" dirty="0"/>
          </a:p>
        </p:txBody>
      </p:sp>
      <p:sp>
        <p:nvSpPr>
          <p:cNvPr id="29" name="Text 12"/>
          <p:cNvSpPr/>
          <p:nvPr/>
        </p:nvSpPr>
        <p:spPr>
          <a:xfrm>
            <a:off x="8063230" y="4886198"/>
            <a:ext cx="762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T - A C 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x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544" y="302260"/>
            <a:ext cx="8172450" cy="371475"/>
          </a:xfrm>
          <a:prstGeom prst="rect">
            <a:avLst/>
          </a:prstGeom>
        </p:spPr>
      </p:pic>
      <p:pic>
        <p:nvPicPr>
          <p:cNvPr id="3" name="Image 1" descr="img/x7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569" y="239522"/>
            <a:ext cx="790575" cy="790575"/>
          </a:xfrm>
          <a:prstGeom prst="rect">
            <a:avLst/>
          </a:prstGeom>
        </p:spPr>
      </p:pic>
      <p:pic>
        <p:nvPicPr>
          <p:cNvPr id="4" name="Image 2" descr="img/x7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649" y="390271"/>
            <a:ext cx="485775" cy="485775"/>
          </a:xfrm>
          <a:prstGeom prst="rect">
            <a:avLst/>
          </a:prstGeom>
        </p:spPr>
      </p:pic>
      <p:pic>
        <p:nvPicPr>
          <p:cNvPr id="5" name="Image 3" descr="img/x35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816" y="1255776"/>
            <a:ext cx="2783586" cy="3391662"/>
          </a:xfrm>
          <a:prstGeom prst="rect">
            <a:avLst/>
          </a:prstGeom>
        </p:spPr>
      </p:pic>
      <p:pic>
        <p:nvPicPr>
          <p:cNvPr id="6" name="Image 4" descr="img/x6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948" y="1257808"/>
            <a:ext cx="2714625" cy="3314700"/>
          </a:xfrm>
          <a:prstGeom prst="rect">
            <a:avLst/>
          </a:prstGeom>
        </p:spPr>
      </p:pic>
      <p:pic>
        <p:nvPicPr>
          <p:cNvPr id="7" name="Image 5" descr="img/x36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260" y="1725168"/>
            <a:ext cx="262128" cy="262128"/>
          </a:xfrm>
          <a:prstGeom prst="rect">
            <a:avLst/>
          </a:prstGeom>
        </p:spPr>
      </p:pic>
      <p:pic>
        <p:nvPicPr>
          <p:cNvPr id="8" name="Image 6" descr="img/x35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868" y="1255776"/>
            <a:ext cx="2783586" cy="3391662"/>
          </a:xfrm>
          <a:prstGeom prst="rect">
            <a:avLst/>
          </a:prstGeom>
        </p:spPr>
      </p:pic>
      <p:pic>
        <p:nvPicPr>
          <p:cNvPr id="9" name="Image 7" descr="img/x6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7000" y="1257808"/>
            <a:ext cx="2714625" cy="3314700"/>
          </a:xfrm>
          <a:prstGeom prst="rect">
            <a:avLst/>
          </a:prstGeom>
        </p:spPr>
      </p:pic>
      <p:pic>
        <p:nvPicPr>
          <p:cNvPr id="10" name="Image 8" descr="img/x38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3312" y="1725168"/>
            <a:ext cx="262128" cy="262128"/>
          </a:xfrm>
          <a:prstGeom prst="rect">
            <a:avLst/>
          </a:prstGeom>
        </p:spPr>
      </p:pic>
      <p:pic>
        <p:nvPicPr>
          <p:cNvPr id="11" name="Image 9" descr="img/x7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038" y="2767330"/>
            <a:ext cx="114300" cy="114300"/>
          </a:xfrm>
          <a:prstGeom prst="rect">
            <a:avLst/>
          </a:prstGeom>
        </p:spPr>
      </p:pic>
      <p:pic>
        <p:nvPicPr>
          <p:cNvPr id="12" name="Image 10" descr="img/x7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46090" y="2767330"/>
            <a:ext cx="114300" cy="114300"/>
          </a:xfrm>
          <a:prstGeom prst="rect">
            <a:avLst/>
          </a:prstGeom>
        </p:spPr>
      </p:pic>
      <p:pic>
        <p:nvPicPr>
          <p:cNvPr id="13" name="Image 11" descr="img/x7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74038" y="3197098"/>
            <a:ext cx="114300" cy="114300"/>
          </a:xfrm>
          <a:prstGeom prst="rect">
            <a:avLst/>
          </a:prstGeom>
        </p:spPr>
      </p:pic>
      <p:pic>
        <p:nvPicPr>
          <p:cNvPr id="14" name="Image 12" descr="img/x70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46090" y="3197098"/>
            <a:ext cx="114300" cy="114300"/>
          </a:xfrm>
          <a:prstGeom prst="rect">
            <a:avLst/>
          </a:prstGeom>
        </p:spPr>
      </p:pic>
      <p:pic>
        <p:nvPicPr>
          <p:cNvPr id="15" name="Image 13" descr="img/x70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74038" y="3626866"/>
            <a:ext cx="114300" cy="114300"/>
          </a:xfrm>
          <a:prstGeom prst="rect">
            <a:avLst/>
          </a:prstGeom>
        </p:spPr>
      </p:pic>
      <p:pic>
        <p:nvPicPr>
          <p:cNvPr id="16" name="Image 14" descr="img/x70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6090" y="3626866"/>
            <a:ext cx="114300" cy="114300"/>
          </a:xfrm>
          <a:prstGeom prst="rect">
            <a:avLst/>
          </a:prstGeom>
        </p:spPr>
      </p:pic>
      <p:pic>
        <p:nvPicPr>
          <p:cNvPr id="17" name="Image 15" descr="img/x70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74038" y="4056634"/>
            <a:ext cx="114300" cy="114300"/>
          </a:xfrm>
          <a:prstGeom prst="rect">
            <a:avLst/>
          </a:prstGeom>
        </p:spPr>
      </p:pic>
      <p:pic>
        <p:nvPicPr>
          <p:cNvPr id="18" name="Image 16" descr="img/x70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46090" y="4056634"/>
            <a:ext cx="114300" cy="1143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730250" y="401193"/>
            <a:ext cx="2794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 B U D O   D E   R E S E R V A S</a:t>
            </a:r>
            <a:endParaRPr lang="en-US" sz="950" dirty="0"/>
          </a:p>
        </p:txBody>
      </p:sp>
      <p:sp>
        <p:nvSpPr>
          <p:cNvPr id="20" name="Text 1"/>
          <p:cNvSpPr/>
          <p:nvPr/>
        </p:nvSpPr>
        <p:spPr>
          <a:xfrm>
            <a:off x="483870" y="711200"/>
            <a:ext cx="31750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2500" dirty="0"/>
          </a:p>
        </p:txBody>
      </p:sp>
      <p:sp>
        <p:nvSpPr>
          <p:cNvPr id="21" name="Text 2"/>
          <p:cNvSpPr/>
          <p:nvPr/>
        </p:nvSpPr>
        <p:spPr>
          <a:xfrm>
            <a:off x="1474470" y="2280285"/>
            <a:ext cx="2540000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Automatizaciónde WhatsApp</a:t>
            </a:r>
            <a:endParaRPr lang="en-US" sz="1250" dirty="0"/>
          </a:p>
        </p:txBody>
      </p:sp>
      <p:sp>
        <p:nvSpPr>
          <p:cNvPr id="22" name="Text 3"/>
          <p:cNvSpPr/>
          <p:nvPr/>
        </p:nvSpPr>
        <p:spPr>
          <a:xfrm>
            <a:off x="5935980" y="2280285"/>
            <a:ext cx="2032000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</a:t>
            </a:r>
            <a:endParaRPr lang="en-US" sz="1250" dirty="0"/>
          </a:p>
        </p:txBody>
      </p:sp>
      <p:sp>
        <p:nvSpPr>
          <p:cNvPr id="23" name="Text 4"/>
          <p:cNvSpPr/>
          <p:nvPr/>
        </p:nvSpPr>
        <p:spPr>
          <a:xfrm>
            <a:off x="1778000" y="2727833"/>
            <a:ext cx="2032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mesa o privado</a:t>
            </a:r>
            <a:endParaRPr lang="en-US" sz="950" dirty="0"/>
          </a:p>
        </p:txBody>
      </p:sp>
      <p:sp>
        <p:nvSpPr>
          <p:cNvPr id="24" name="Text 5"/>
          <p:cNvSpPr/>
          <p:nvPr/>
        </p:nvSpPr>
        <p:spPr>
          <a:xfrm>
            <a:off x="1778000" y="3155823"/>
            <a:ext cx="2032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 y precios del mes</a:t>
            </a:r>
            <a:endParaRPr lang="en-US" sz="950" dirty="0"/>
          </a:p>
        </p:txBody>
      </p:sp>
      <p:sp>
        <p:nvSpPr>
          <p:cNvPr id="25" name="Text 6"/>
          <p:cNvSpPr/>
          <p:nvPr/>
        </p:nvSpPr>
        <p:spPr>
          <a:xfrm>
            <a:off x="1778000" y="3587623"/>
            <a:ext cx="2032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y horarios</a:t>
            </a:r>
            <a:endParaRPr lang="en-US" sz="950" dirty="0"/>
          </a:p>
        </p:txBody>
      </p:sp>
      <p:sp>
        <p:nvSpPr>
          <p:cNvPr id="26" name="Text 7"/>
          <p:cNvSpPr/>
          <p:nvPr/>
        </p:nvSpPr>
        <p:spPr>
          <a:xfrm>
            <a:off x="1778000" y="3994023"/>
            <a:ext cx="2032000" cy="37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+ recordatorio</a:t>
            </a:r>
            <a:endParaRPr lang="en-US" sz="950" dirty="0"/>
          </a:p>
          <a:p>
            <a:pPr algn="l" indent="0" marL="0">
              <a:lnSpc>
                <a:spcPts val="1120"/>
              </a:lnSpc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endParaRPr lang="en-US" sz="950" dirty="0"/>
          </a:p>
        </p:txBody>
      </p:sp>
      <p:sp>
        <p:nvSpPr>
          <p:cNvPr id="27" name="Text 8"/>
          <p:cNvSpPr/>
          <p:nvPr/>
        </p:nvSpPr>
        <p:spPr>
          <a:xfrm>
            <a:off x="5750560" y="2749423"/>
            <a:ext cx="2032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optimizado</a:t>
            </a:r>
            <a:endParaRPr lang="en-US" sz="950" dirty="0"/>
          </a:p>
        </p:txBody>
      </p:sp>
      <p:sp>
        <p:nvSpPr>
          <p:cNvPr id="28" name="Text 9"/>
          <p:cNvSpPr/>
          <p:nvPr/>
        </p:nvSpPr>
        <p:spPr>
          <a:xfrm>
            <a:off x="5748020" y="3145663"/>
            <a:ext cx="2032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reales del lugar</a:t>
            </a:r>
            <a:endParaRPr lang="en-US" sz="950" dirty="0"/>
          </a:p>
        </p:txBody>
      </p:sp>
      <p:sp>
        <p:nvSpPr>
          <p:cNvPr id="29" name="Text 10"/>
          <p:cNvSpPr/>
          <p:nvPr/>
        </p:nvSpPr>
        <p:spPr>
          <a:xfrm>
            <a:off x="5748020" y="3597783"/>
            <a:ext cx="2032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reseñas</a:t>
            </a:r>
            <a:endParaRPr lang="en-US" sz="950" dirty="0"/>
          </a:p>
        </p:txBody>
      </p:sp>
      <p:sp>
        <p:nvSpPr>
          <p:cNvPr id="30" name="Text 11"/>
          <p:cNvSpPr/>
          <p:nvPr/>
        </p:nvSpPr>
        <p:spPr>
          <a:xfrm>
            <a:off x="5750560" y="4011803"/>
            <a:ext cx="2032000" cy="37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en Google y</a:t>
            </a:r>
            <a:endParaRPr lang="en-US" sz="950" dirty="0"/>
          </a:p>
          <a:p>
            <a:pPr algn="l" indent="0" marL="0">
              <a:lnSpc>
                <a:spcPts val="1130"/>
              </a:lnSpc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950" dirty="0"/>
          </a:p>
        </p:txBody>
      </p:sp>
      <p:sp>
        <p:nvSpPr>
          <p:cNvPr id="31" name="Text 12"/>
          <p:cNvSpPr/>
          <p:nvPr/>
        </p:nvSpPr>
        <p:spPr>
          <a:xfrm>
            <a:off x="483870" y="4881118"/>
            <a:ext cx="3810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D U S S S A . S T U D I O    ×    E X T R A V A G A N C E   C L U B   F O R   M E N</a:t>
            </a:r>
            <a:endParaRPr lang="en-US" sz="700" dirty="0"/>
          </a:p>
        </p:txBody>
      </p:sp>
      <p:sp>
        <p:nvSpPr>
          <p:cNvPr id="32" name="Text 13"/>
          <p:cNvSpPr/>
          <p:nvPr/>
        </p:nvSpPr>
        <p:spPr>
          <a:xfrm>
            <a:off x="8063230" y="4886198"/>
            <a:ext cx="762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T - A C 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x3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5250" cy="95250"/>
          </a:xfrm>
          <a:prstGeom prst="rect">
            <a:avLst/>
          </a:prstGeom>
        </p:spPr>
      </p:pic>
      <p:pic>
        <p:nvPicPr>
          <p:cNvPr id="3" name="Image 1" descr="img/x7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0" y="-63500"/>
            <a:ext cx="9267825" cy="5267325"/>
          </a:xfrm>
          <a:prstGeom prst="rect">
            <a:avLst/>
          </a:prstGeom>
        </p:spPr>
      </p:pic>
      <p:pic>
        <p:nvPicPr>
          <p:cNvPr id="4" name="Image 2" descr="img/x39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" y="1255776"/>
            <a:ext cx="3089910" cy="3641344"/>
          </a:xfrm>
          <a:prstGeom prst="rect">
            <a:avLst/>
          </a:prstGeom>
        </p:spPr>
      </p:pic>
      <p:pic>
        <p:nvPicPr>
          <p:cNvPr id="5" name="Image 3" descr="img/x7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64" y="1257808"/>
            <a:ext cx="3019425" cy="3562350"/>
          </a:xfrm>
          <a:prstGeom prst="rect">
            <a:avLst/>
          </a:prstGeom>
        </p:spPr>
      </p:pic>
      <p:pic>
        <p:nvPicPr>
          <p:cNvPr id="6" name="Image 4" descr="img/x8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1499616"/>
            <a:ext cx="419100" cy="419100"/>
          </a:xfrm>
          <a:prstGeom prst="rect">
            <a:avLst/>
          </a:prstGeom>
        </p:spPr>
      </p:pic>
      <p:pic>
        <p:nvPicPr>
          <p:cNvPr id="7" name="Image 5" descr="img/x8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448" y="2386584"/>
            <a:ext cx="419100" cy="419100"/>
          </a:xfrm>
          <a:prstGeom prst="rect">
            <a:avLst/>
          </a:prstGeom>
        </p:spPr>
      </p:pic>
      <p:pic>
        <p:nvPicPr>
          <p:cNvPr id="8" name="Image 6" descr="img/x8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3273552"/>
            <a:ext cx="419100" cy="419100"/>
          </a:xfrm>
          <a:prstGeom prst="rect">
            <a:avLst/>
          </a:prstGeom>
        </p:spPr>
      </p:pic>
      <p:pic>
        <p:nvPicPr>
          <p:cNvPr id="9" name="Image 7" descr="img/x8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4448" y="4160520"/>
            <a:ext cx="419100" cy="419100"/>
          </a:xfrm>
          <a:prstGeom prst="rect">
            <a:avLst/>
          </a:prstGeom>
        </p:spPr>
      </p:pic>
      <p:pic>
        <p:nvPicPr>
          <p:cNvPr id="10" name="Image 8" descr="img/x407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8748" y="1613916"/>
            <a:ext cx="192024" cy="192024"/>
          </a:xfrm>
          <a:prstGeom prst="rect">
            <a:avLst/>
          </a:prstGeom>
        </p:spPr>
      </p:pic>
      <p:pic>
        <p:nvPicPr>
          <p:cNvPr id="11" name="Image 9" descr="img/x41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8748" y="2500884"/>
            <a:ext cx="192024" cy="192024"/>
          </a:xfrm>
          <a:prstGeom prst="rect">
            <a:avLst/>
          </a:prstGeom>
        </p:spPr>
      </p:pic>
      <p:pic>
        <p:nvPicPr>
          <p:cNvPr id="12" name="Image 10" descr="img/x41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98748" y="4274820"/>
            <a:ext cx="192024" cy="192024"/>
          </a:xfrm>
          <a:prstGeom prst="rect">
            <a:avLst/>
          </a:prstGeom>
        </p:spPr>
      </p:pic>
      <p:pic>
        <p:nvPicPr>
          <p:cNvPr id="13" name="Image 11" descr="img/x416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6368" y="3392424"/>
            <a:ext cx="184404" cy="185801"/>
          </a:xfrm>
          <a:prstGeom prst="rect">
            <a:avLst/>
          </a:prstGeom>
        </p:spPr>
      </p:pic>
      <p:pic>
        <p:nvPicPr>
          <p:cNvPr id="14" name="Image 12" descr="img/x8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89011" y="390271"/>
            <a:ext cx="485775" cy="485775"/>
          </a:xfrm>
          <a:prstGeom prst="rect">
            <a:avLst/>
          </a:prstGeom>
        </p:spPr>
      </p:pic>
      <p:pic>
        <p:nvPicPr>
          <p:cNvPr id="15" name="Image 13" descr="img/x89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00569" y="239522"/>
            <a:ext cx="790575" cy="790575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730250" y="378333"/>
            <a:ext cx="2540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9C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 R O D U C C I Ó N</a:t>
            </a:r>
            <a:endParaRPr lang="en-US" sz="950" dirty="0"/>
          </a:p>
        </p:txBody>
      </p:sp>
      <p:sp>
        <p:nvSpPr>
          <p:cNvPr id="17" name="Text 1"/>
          <p:cNvSpPr/>
          <p:nvPr/>
        </p:nvSpPr>
        <p:spPr>
          <a:xfrm>
            <a:off x="483870" y="599440"/>
            <a:ext cx="50800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Contenido y producción</a:t>
            </a:r>
            <a:endParaRPr lang="en-US" sz="2500" dirty="0"/>
          </a:p>
        </p:txBody>
      </p:sp>
      <p:sp>
        <p:nvSpPr>
          <p:cNvPr id="18" name="Text 2"/>
          <p:cNvSpPr/>
          <p:nvPr/>
        </p:nvSpPr>
        <p:spPr>
          <a:xfrm>
            <a:off x="621030" y="1366520"/>
            <a:ext cx="2032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8000" dirty="0"/>
          </a:p>
        </p:txBody>
      </p:sp>
      <p:sp>
        <p:nvSpPr>
          <p:cNvPr id="19" name="Text 3"/>
          <p:cNvSpPr/>
          <p:nvPr/>
        </p:nvSpPr>
        <p:spPr>
          <a:xfrm>
            <a:off x="657860" y="2724048"/>
            <a:ext cx="2540000" cy="20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009C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PIEZAS DE FEED AL MES</a:t>
            </a:r>
            <a:endParaRPr lang="en-US" sz="1060" dirty="0"/>
          </a:p>
        </p:txBody>
      </p:sp>
      <p:sp>
        <p:nvSpPr>
          <p:cNvPr id="20" name="Text 4"/>
          <p:cNvSpPr/>
          <p:nvPr/>
        </p:nvSpPr>
        <p:spPr>
          <a:xfrm>
            <a:off x="1060450" y="3302762"/>
            <a:ext cx="508000" cy="25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5"/>
          <p:cNvSpPr/>
          <p:nvPr/>
        </p:nvSpPr>
        <p:spPr>
          <a:xfrm>
            <a:off x="1221740" y="3366643"/>
            <a:ext cx="1524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Videos</a:t>
            </a:r>
            <a:endParaRPr lang="en-US" sz="950" dirty="0"/>
          </a:p>
        </p:txBody>
      </p:sp>
      <p:sp>
        <p:nvSpPr>
          <p:cNvPr id="22" name="Text 6"/>
          <p:cNvSpPr/>
          <p:nvPr/>
        </p:nvSpPr>
        <p:spPr>
          <a:xfrm>
            <a:off x="1060450" y="3742182"/>
            <a:ext cx="508000" cy="25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7"/>
          <p:cNvSpPr/>
          <p:nvPr/>
        </p:nvSpPr>
        <p:spPr>
          <a:xfrm>
            <a:off x="1221740" y="3804793"/>
            <a:ext cx="2159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 de imágenes promocionales</a:t>
            </a:r>
            <a:endParaRPr lang="en-US" sz="950" dirty="0"/>
          </a:p>
        </p:txBody>
      </p:sp>
      <p:sp>
        <p:nvSpPr>
          <p:cNvPr id="24" name="Text 8"/>
          <p:cNvSpPr/>
          <p:nvPr/>
        </p:nvSpPr>
        <p:spPr>
          <a:xfrm>
            <a:off x="1060450" y="4181602"/>
            <a:ext cx="508000" cy="25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9"/>
          <p:cNvSpPr/>
          <p:nvPr/>
        </p:nvSpPr>
        <p:spPr>
          <a:xfrm>
            <a:off x="1220470" y="4244213"/>
            <a:ext cx="2159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Plantillas de historias</a:t>
            </a:r>
            <a:endParaRPr lang="en-US" sz="950" dirty="0"/>
          </a:p>
        </p:txBody>
      </p:sp>
      <p:sp>
        <p:nvSpPr>
          <p:cNvPr id="26" name="Text 10"/>
          <p:cNvSpPr/>
          <p:nvPr/>
        </p:nvSpPr>
        <p:spPr>
          <a:xfrm>
            <a:off x="4188460" y="1582801"/>
            <a:ext cx="4191000" cy="22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Historias diarias</a:t>
            </a:r>
            <a:pPr algn="l" indent="0" marL="0">
              <a:buNone/>
            </a:pPr>
            <a:r>
              <a:rPr lang="en-US" sz="120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—Plantillas para hisotrias promocionales</a:t>
            </a:r>
            <a:endParaRPr lang="en-US" sz="1150" dirty="0"/>
          </a:p>
        </p:txBody>
      </p:sp>
      <p:sp>
        <p:nvSpPr>
          <p:cNvPr id="27" name="Text 11"/>
          <p:cNvSpPr/>
          <p:nvPr/>
        </p:nvSpPr>
        <p:spPr>
          <a:xfrm>
            <a:off x="4188460" y="2374138"/>
            <a:ext cx="4191000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producción mensual foto + video</a:t>
            </a:r>
            <a:pPr algn="l" indent="0" marL="0">
              <a:lnSpc>
                <a:spcPts val="1430"/>
              </a:lnSpc>
              <a:buNone/>
            </a:pPr>
            <a:r>
              <a:rPr lang="en-US" sz="120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—Botellas, privados,</a:t>
            </a:r>
            <a:endParaRPr lang="en-US" sz="12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20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staff,</a:t>
            </a:r>
            <a:endParaRPr lang="en-US" sz="12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06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coctelería y detalledel lugar. (camara, luces, microfonos, dron,)</a:t>
            </a:r>
            <a:endParaRPr lang="en-US" sz="1200" dirty="0"/>
          </a:p>
        </p:txBody>
      </p:sp>
      <p:sp>
        <p:nvSpPr>
          <p:cNvPr id="28" name="Text 12"/>
          <p:cNvSpPr/>
          <p:nvPr/>
        </p:nvSpPr>
        <p:spPr>
          <a:xfrm>
            <a:off x="4188460" y="3263138"/>
            <a:ext cx="4191000" cy="47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Calendarioeditorial mensual</a:t>
            </a:r>
            <a:pPr algn="l" indent="0" marL="0">
              <a:lnSpc>
                <a:spcPts val="1420"/>
              </a:lnSpc>
              <a:buNone/>
            </a:pPr>
            <a:r>
              <a:rPr lang="en-US" sz="110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—Planificado y aprobado con</a:t>
            </a:r>
            <a:endParaRPr lang="en-US" sz="1200" dirty="0"/>
          </a:p>
          <a:p>
            <a:pPr algn="l" indent="0" marL="0">
              <a:lnSpc>
                <a:spcPts val="1420"/>
              </a:lnSpc>
              <a:buNone/>
            </a:pPr>
            <a:r>
              <a:rPr lang="en-US" sz="111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ustedes antes de publicar.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4188460" y="4139438"/>
            <a:ext cx="4191000" cy="47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Reportemensualde marca</a:t>
            </a:r>
            <a:pPr algn="l" indent="0" marL="0">
              <a:lnSpc>
                <a:spcPts val="1430"/>
              </a:lnSpc>
              <a:buNone/>
            </a:pPr>
            <a:r>
              <a:rPr lang="en-US" sz="120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—Resultados de contenido,</a:t>
            </a:r>
            <a:endParaRPr lang="en-US" sz="12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20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pauta y conversaciones de reserva.</a:t>
            </a:r>
            <a:endParaRPr lang="en-US" sz="1200" dirty="0"/>
          </a:p>
        </p:txBody>
      </p:sp>
      <p:sp>
        <p:nvSpPr>
          <p:cNvPr id="30" name="Text 14"/>
          <p:cNvSpPr/>
          <p:nvPr/>
        </p:nvSpPr>
        <p:spPr>
          <a:xfrm>
            <a:off x="483870" y="4854448"/>
            <a:ext cx="3810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 E D U S S S A . S T U D I O    ×    E X T R A V A G A N C E</a:t>
            </a:r>
            <a:endParaRPr lang="en-US" sz="700" dirty="0"/>
          </a:p>
        </p:txBody>
      </p:sp>
      <p:sp>
        <p:nvSpPr>
          <p:cNvPr id="31" name="Text 15"/>
          <p:cNvSpPr/>
          <p:nvPr/>
        </p:nvSpPr>
        <p:spPr>
          <a:xfrm>
            <a:off x="8063230" y="4886198"/>
            <a:ext cx="762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T - A C 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x1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044" y="387604"/>
            <a:ext cx="190500" cy="190500"/>
          </a:xfrm>
          <a:prstGeom prst="rect">
            <a:avLst/>
          </a:prstGeom>
        </p:spPr>
      </p:pic>
      <p:pic>
        <p:nvPicPr>
          <p:cNvPr id="3" name="Image 1" descr="img/x4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16" y="1283208"/>
            <a:ext cx="4194810" cy="2815590"/>
          </a:xfrm>
          <a:prstGeom prst="rect">
            <a:avLst/>
          </a:prstGeom>
        </p:spPr>
      </p:pic>
      <p:pic>
        <p:nvPicPr>
          <p:cNvPr id="4" name="Image 2" descr="img/x46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520" y="891540"/>
            <a:ext cx="4211574" cy="3213354"/>
          </a:xfrm>
          <a:prstGeom prst="rect">
            <a:avLst/>
          </a:prstGeom>
        </p:spPr>
      </p:pic>
      <p:pic>
        <p:nvPicPr>
          <p:cNvPr id="5" name="Image 3" descr="img/x1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652" y="893572"/>
            <a:ext cx="4133850" cy="3143250"/>
          </a:xfrm>
          <a:prstGeom prst="rect">
            <a:avLst/>
          </a:prstGeom>
        </p:spPr>
      </p:pic>
      <p:pic>
        <p:nvPicPr>
          <p:cNvPr id="6" name="Image 4" descr="img/x46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16" y="4090416"/>
            <a:ext cx="8347075" cy="776478"/>
          </a:xfrm>
          <a:prstGeom prst="rect">
            <a:avLst/>
          </a:prstGeom>
        </p:spPr>
      </p:pic>
      <p:pic>
        <p:nvPicPr>
          <p:cNvPr id="7" name="Image 5" descr="img/x11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848" y="4092448"/>
            <a:ext cx="8277225" cy="704850"/>
          </a:xfrm>
          <a:prstGeom prst="rect">
            <a:avLst/>
          </a:prstGeom>
        </p:spPr>
      </p:pic>
      <p:pic>
        <p:nvPicPr>
          <p:cNvPr id="8" name="Image 6" descr="img/x47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912" y="4367784"/>
            <a:ext cx="152400" cy="152400"/>
          </a:xfrm>
          <a:prstGeom prst="rect">
            <a:avLst/>
          </a:prstGeom>
        </p:spPr>
      </p:pic>
      <p:pic>
        <p:nvPicPr>
          <p:cNvPr id="9" name="Image 7" descr="img/x12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3649" y="387604"/>
            <a:ext cx="485775" cy="485775"/>
          </a:xfrm>
          <a:prstGeom prst="rect">
            <a:avLst/>
          </a:prstGeom>
        </p:spPr>
      </p:pic>
      <p:pic>
        <p:nvPicPr>
          <p:cNvPr id="10" name="Image 8" descr="img/x12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9652" y="236855"/>
            <a:ext cx="790575" cy="790575"/>
          </a:xfrm>
          <a:prstGeom prst="rect">
            <a:avLst/>
          </a:prstGeom>
        </p:spPr>
      </p:pic>
      <p:pic>
        <p:nvPicPr>
          <p:cNvPr id="11" name="Image 9" descr="img/x114_patch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848" y="1285240"/>
            <a:ext cx="4124325" cy="27432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730250" y="401193"/>
            <a:ext cx="2540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 V E R S I Ó N</a:t>
            </a:r>
            <a:endParaRPr lang="en-US" sz="950" dirty="0"/>
          </a:p>
        </p:txBody>
      </p:sp>
      <p:sp>
        <p:nvSpPr>
          <p:cNvPr id="13" name="Text 1"/>
          <p:cNvSpPr/>
          <p:nvPr/>
        </p:nvSpPr>
        <p:spPr>
          <a:xfrm>
            <a:off x="483870" y="711200"/>
            <a:ext cx="38100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cuesta?</a:t>
            </a:r>
            <a:endParaRPr lang="en-US" sz="2500" dirty="0"/>
          </a:p>
        </p:txBody>
      </p:sp>
      <p:sp>
        <p:nvSpPr>
          <p:cNvPr id="14" name="Text 2"/>
          <p:cNvSpPr/>
          <p:nvPr/>
        </p:nvSpPr>
        <p:spPr>
          <a:xfrm>
            <a:off x="758190" y="1631848"/>
            <a:ext cx="2540000" cy="20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  Q U E   I N C L U Y E</a:t>
            </a:r>
            <a:endParaRPr lang="en-US" sz="1060" dirty="0"/>
          </a:p>
        </p:txBody>
      </p:sp>
      <p:sp>
        <p:nvSpPr>
          <p:cNvPr id="15" name="Text 3"/>
          <p:cNvSpPr/>
          <p:nvPr/>
        </p:nvSpPr>
        <p:spPr>
          <a:xfrm>
            <a:off x="953770" y="1998980"/>
            <a:ext cx="30480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línea de comunicación</a:t>
            </a:r>
            <a:endParaRPr lang="en-US" sz="1000" dirty="0"/>
          </a:p>
        </p:txBody>
      </p:sp>
      <p:sp>
        <p:nvSpPr>
          <p:cNvPr id="16" name="Text 4"/>
          <p:cNvSpPr/>
          <p:nvPr/>
        </p:nvSpPr>
        <p:spPr>
          <a:xfrm>
            <a:off x="953770" y="2382520"/>
            <a:ext cx="30480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Contenidoy Pauta: embudo completo en Meta</a:t>
            </a:r>
            <a:endParaRPr lang="en-US" sz="1000" dirty="0"/>
          </a:p>
        </p:txBody>
      </p:sp>
      <p:sp>
        <p:nvSpPr>
          <p:cNvPr id="17" name="Text 5"/>
          <p:cNvSpPr/>
          <p:nvPr/>
        </p:nvSpPr>
        <p:spPr>
          <a:xfrm>
            <a:off x="953770" y="2766060"/>
            <a:ext cx="30480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Automatization WhatsApp con reservas</a:t>
            </a:r>
            <a:endParaRPr lang="en-US" sz="1000" dirty="0"/>
          </a:p>
        </p:txBody>
      </p:sp>
      <p:sp>
        <p:nvSpPr>
          <p:cNvPr id="18" name="Text 6"/>
          <p:cNvSpPr/>
          <p:nvPr/>
        </p:nvSpPr>
        <p:spPr>
          <a:xfrm>
            <a:off x="953770" y="3152140"/>
            <a:ext cx="30480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optimizado</a:t>
            </a:r>
            <a:endParaRPr lang="en-US" sz="1000" dirty="0"/>
          </a:p>
        </p:txBody>
      </p:sp>
      <p:sp>
        <p:nvSpPr>
          <p:cNvPr id="19" name="Text 7"/>
          <p:cNvSpPr/>
          <p:nvPr/>
        </p:nvSpPr>
        <p:spPr>
          <a:xfrm>
            <a:off x="4889500" y="1074318"/>
            <a:ext cx="2794000" cy="20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N O R A R I O S   N O R M A L E S</a:t>
            </a:r>
            <a:endParaRPr lang="en-US" sz="1060" dirty="0"/>
          </a:p>
        </p:txBody>
      </p:sp>
      <p:sp>
        <p:nvSpPr>
          <p:cNvPr id="20" name="Text 8"/>
          <p:cNvSpPr/>
          <p:nvPr/>
        </p:nvSpPr>
        <p:spPr>
          <a:xfrm>
            <a:off x="4889500" y="1349248"/>
            <a:ext cx="330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0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$17,000 Pesos</a:t>
            </a:r>
            <a:endParaRPr lang="en-US" sz="3200" dirty="0"/>
          </a:p>
        </p:txBody>
      </p:sp>
      <p:sp>
        <p:nvSpPr>
          <p:cNvPr id="21" name="Text 9"/>
          <p:cNvSpPr/>
          <p:nvPr/>
        </p:nvSpPr>
        <p:spPr>
          <a:xfrm>
            <a:off x="4889500" y="1893468"/>
            <a:ext cx="3048000" cy="20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N O R A R I O S   C O N   D E S C U E N T O</a:t>
            </a:r>
            <a:endParaRPr lang="en-US" sz="1060" dirty="0"/>
          </a:p>
        </p:txBody>
      </p:sp>
      <p:sp>
        <p:nvSpPr>
          <p:cNvPr id="22" name="Text 10"/>
          <p:cNvSpPr/>
          <p:nvPr/>
        </p:nvSpPr>
        <p:spPr>
          <a:xfrm>
            <a:off x="4889500" y="2171954"/>
            <a:ext cx="3556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Pesos</a:t>
            </a:r>
            <a:endParaRPr lang="en-US" sz="3600" dirty="0"/>
          </a:p>
        </p:txBody>
      </p:sp>
      <p:sp>
        <p:nvSpPr>
          <p:cNvPr id="23" name="Text 11"/>
          <p:cNvSpPr/>
          <p:nvPr/>
        </p:nvSpPr>
        <p:spPr>
          <a:xfrm>
            <a:off x="4889500" y="2683967"/>
            <a:ext cx="3302000" cy="385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 V A   e n   c a s o   d e   r e q u e r i r   f a c t u r a</a:t>
            </a:r>
            <a:endParaRPr lang="en-US" sz="98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s t o   d e   v i a t i c o s   n o   i n c l u i d o s</a:t>
            </a:r>
            <a:endParaRPr lang="en-US" sz="980" dirty="0"/>
          </a:p>
        </p:txBody>
      </p:sp>
      <p:sp>
        <p:nvSpPr>
          <p:cNvPr id="24" name="Text 12"/>
          <p:cNvSpPr/>
          <p:nvPr/>
        </p:nvSpPr>
        <p:spPr>
          <a:xfrm>
            <a:off x="5092700" y="3085973"/>
            <a:ext cx="2540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3 meses</a:t>
            </a:r>
            <a:endParaRPr lang="en-US" sz="950" dirty="0"/>
          </a:p>
        </p:txBody>
      </p:sp>
      <p:sp>
        <p:nvSpPr>
          <p:cNvPr id="25" name="Text 13"/>
          <p:cNvSpPr/>
          <p:nvPr/>
        </p:nvSpPr>
        <p:spPr>
          <a:xfrm>
            <a:off x="5092700" y="3385566"/>
            <a:ext cx="2540000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900" dirty="0"/>
          </a:p>
        </p:txBody>
      </p:sp>
      <p:sp>
        <p:nvSpPr>
          <p:cNvPr id="26" name="Text 14"/>
          <p:cNvSpPr/>
          <p:nvPr/>
        </p:nvSpPr>
        <p:spPr>
          <a:xfrm>
            <a:off x="5092700" y="3656203"/>
            <a:ext cx="2540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Estrategia, pauta y tecnología</a:t>
            </a:r>
            <a:endParaRPr lang="en-US" sz="950" dirty="0"/>
          </a:p>
        </p:txBody>
      </p:sp>
      <p:sp>
        <p:nvSpPr>
          <p:cNvPr id="27" name="Text 15"/>
          <p:cNvSpPr/>
          <p:nvPr/>
        </p:nvSpPr>
        <p:spPr>
          <a:xfrm>
            <a:off x="1151890" y="4286250"/>
            <a:ext cx="7112000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A9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 en pauta se paga directo a Meta </a:t>
            </a:r>
            <a:pPr algn="l" indent="0" marL="0">
              <a:lnSpc>
                <a:spcPts val="113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(sugerido: $2,000 –$5,000 MXN / mes)</a:t>
            </a:r>
            <a:pPr algn="l"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A9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 adicional a los honorarios. Precios</a:t>
            </a:r>
            <a:endParaRPr lang="en-US" sz="1000" dirty="0"/>
          </a:p>
          <a:p>
            <a:pPr algn="l"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A9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pesos mexicanos.</a:t>
            </a:r>
            <a:endParaRPr lang="en-US" sz="1000" dirty="0"/>
          </a:p>
        </p:txBody>
      </p:sp>
      <p:pic>
        <p:nvPicPr>
          <p:cNvPr id="28" name="Image 10" descr="img/x12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201" y="1551432"/>
            <a:ext cx="2724150" cy="66675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483870" y="4881118"/>
            <a:ext cx="3810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D U S S S A . S T U D I O    ×    E X T R A V A G A N C E</a:t>
            </a:r>
            <a:endParaRPr lang="en-US" sz="700" dirty="0"/>
          </a:p>
        </p:txBody>
      </p:sp>
      <p:sp>
        <p:nvSpPr>
          <p:cNvPr id="30" name="Text 17"/>
          <p:cNvSpPr/>
          <p:nvPr/>
        </p:nvSpPr>
        <p:spPr>
          <a:xfrm>
            <a:off x="8063230" y="4886198"/>
            <a:ext cx="762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T - A C 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2026-08-10T19:17:26Z</dcterms:created>
  <dcterms:modified xsi:type="dcterms:W3CDTF">2026-08-10T19:17:26Z</dcterms:modified>
</cp:coreProperties>
</file>