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REPORTE DE CONTENIDO · REEL DEL 31 DE JULIO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“¿Ya conoces nuestras clases para niños?”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901952" cy="1965960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57276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3,717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9224" y="208483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VISUALIZACIONES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9224" y="2359152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2,600 espectadores únicos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87752" y="1417320"/>
            <a:ext cx="1901952" cy="1965960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4056" y="157276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330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34056" y="208483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INTERACCIONES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34056" y="2359152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197 reacciones · 65 clics · 42 compartidos · 27 comentarios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72584" y="1417320"/>
            <a:ext cx="1901952" cy="1965960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57276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87%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18888" y="208483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SEGUIDORES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18888" y="2359152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reel alcanzó a gente NUEVA, no solo a la base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57416" y="1417320"/>
            <a:ext cx="1901952" cy="1965960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572768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903720" y="208483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SEGUIDORES NETOS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03720" y="2359152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 3 guardados — señal de interés real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611880"/>
            <a:ext cx="411480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7307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AUDIENCIA DEL VIDEO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" y="396849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62% hombres · 37% mujeres — dominan 25–44 años (66%). Los papás también deciden: hablarles a ambos.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3611880"/>
            <a:ext cx="38404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7307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RETENCIÓN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83480" y="3968496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Arranque fuerte (~90%) pero cae a ~40% al segundo 10. El próximo reel: hook más corto y al grano.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9C0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MEDUSSSA.STUDIO   ·   Reporte de contenido · Alpha Fitness · Agosto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RESULTADO DE LA PÁGINA · ÚLTIMOS 7 DÍAS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solo reel movió toda la página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834640" y="1371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9AA3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 (JULIO)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37760" y="1371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09C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AHORA (7 DÍAS)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Visualizaciones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73736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869 en 28 días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5,188 en 7 días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0" y="173736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×24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404872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F2F7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5059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Interacciones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45059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en 28 días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45059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347 en 7 días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0" y="245059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+100%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118104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6382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Seguidores netos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316382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 en 28 días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16382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+6 en 7 días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316382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+100%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3977640"/>
            <a:ext cx="8138160" cy="685800"/>
          </a:xfrm>
          <a:prstGeom prst="roundRect">
            <a:avLst>
              <a:gd name="adj" fmla="val 12000"/>
            </a:avLst>
          </a:prstGeom>
          <a:solidFill>
            <a:srgbClr val="EAF7EF"/>
          </a:solidFill>
          <a:ln w="15240">
            <a:solidFill>
              <a:srgbClr val="1B8A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0690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8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PROSPECTOS DE CLIENTES </a:t>
            </a:r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llegaron por mensaje pidiendo información de clases — el contenido está generando demanda real.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9C0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MEDUSSSA.STUDIO   ·   Reporte de contenido · Alpha Fitness · Agosto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538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ÁREA DE MEJORA URGENTE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atención al cliente está tirando los leads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20624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99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AA3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CASO REAL · MESSENGER (transcripción)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13232" y="1810512"/>
            <a:ext cx="1463040" cy="329184"/>
          </a:xfrm>
          <a:prstGeom prst="roundRect">
            <a:avLst>
              <a:gd name="adj" fmla="val 25000"/>
            </a:avLst>
          </a:prstGeom>
          <a:solidFill>
            <a:srgbClr val="ECEFF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105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Buenos días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2231136"/>
            <a:ext cx="3291840" cy="749808"/>
          </a:xfrm>
          <a:prstGeom prst="roundRect">
            <a:avLst>
              <a:gd name="adj" fmla="val 10976"/>
            </a:avLst>
          </a:prstGeom>
          <a:solidFill>
            <a:srgbClr val="ECEFF3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28600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“¿Podría enviarme información de sus clases de taekwondo y acondicionamiento para niños?”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91640" y="3127248"/>
            <a:ext cx="2331720" cy="365760"/>
          </a:xfrm>
          <a:prstGeom prst="roundRect">
            <a:avLst>
              <a:gd name="adj" fmla="val 22500"/>
            </a:avLst>
          </a:prstGeom>
          <a:solidFill>
            <a:srgbClr val="009CFF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31272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“A sus órdenes, buen día”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365760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38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 horarios. Sin precios. Sin invitación. El prospecto quedó igual que antes de escribir.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92040" y="1371600"/>
            <a:ext cx="3749040" cy="1170432"/>
          </a:xfrm>
          <a:prstGeom prst="roundRect">
            <a:avLst>
              <a:gd name="adj" fmla="val 7031"/>
            </a:avLst>
          </a:prstGeom>
          <a:solidFill>
            <a:srgbClr val="FDECEE"/>
          </a:solidFill>
          <a:ln w="15240">
            <a:solidFill>
              <a:srgbClr val="E538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4813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5384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PROBLEMA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74920" y="17190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contenido ya trae prospectos (4 esta semana), pero la respuesta no da información clara: cada lead que se enfría es una inscripción de $850–$1,000/mes perdida.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2697480"/>
            <a:ext cx="3749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8072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B8A4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ACCIÓN INMEDIATA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74920" y="305409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Respuestas rápidas guardadas: horarios, precios y clase muestra en el primer mensaje.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74920" y="351129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Toda consulta cierra con CTA: “¿Le agendo una clase muestra gratis?”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74920" y="396849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0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Responder en menos de 1 hora en horario hábil.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80974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9C0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MEDUSSSA.STUDIO   ·   Reporte de contenido · Alpha Fitness · Agosto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2026-08-06T20:38:53Z</dcterms:created>
  <dcterms:modified xsi:type="dcterms:W3CDTF">2026-08-06T20:38:53Z</dcterms:modified>
</cp:coreProperties>
</file>