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27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CAMPAÑA DE LANZAMIENTO · CONTRATO 3 MESES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Kids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«Prohibido decir </a:t>
            </a:r>
            <a:pPr indent="0" marL="0">
              <a:buNone/>
            </a:pPr>
            <a:r>
              <a:rPr lang="en-US" sz="2200" b="1" i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“no puedo”</a:t>
            </a:r>
            <a:pPr indent="0" marL="0">
              <a:buNone/>
            </a:pPr>
            <a:r>
              <a:rPr lang="en-US" sz="2200" b="1" i="1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310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Establecer la marca · captar clientes · llenar el calendario de clases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2245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Danza aérea  ·  Calistenia  ·  Acondicionamiento físico  —  Alpha Fitness · Xalapa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4988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de propuesta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01952" cy="228600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69164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2,368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9224" y="2304288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 en Facebook — dormidos: solo 4 interacciones en 28 días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481328"/>
            <a:ext cx="1901952" cy="228600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169164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34056" y="2304288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audiencia son mujeres 25–44 de Xalapa: mamás y papás, el buyer exacto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72584" y="1481328"/>
            <a:ext cx="1901952" cy="228600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69164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65.6%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18888" y="2304288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las vistas vienen de reels — el único formato que alcanza gente nueva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57416" y="1481328"/>
            <a:ext cx="1901952" cy="228600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69164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2304288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competidores ofrecen deporte infantil integral: ese posicionamiento está libre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Conclusión: </a:t>
            </a:r>
            <a:pPr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competimos por precio (DAX cobra $400–600). Competimos por método, horario e integralidad — con promociones quirúrgicas para bajar la barrera de entrada.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CONCEPTO DE CAMPAÑA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bandera: el método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0" cy="3063240"/>
          </a:xfrm>
          <a:prstGeom prst="roundRect">
            <a:avLst>
              <a:gd name="adj" fmla="val 2687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«Prohibido decir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“no puedo”»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Alpha Kids — Entrenamos jugando.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regla viva de la clase se convierte en la promesa pública de la marca: hijos seguros, disciplinados y felices.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288036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1888" y="15361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LOS PAPÁS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61888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Confianza: seguridad, método y disciplina con cariño.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2487168"/>
            <a:ext cx="288036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2606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LOS NIÑOS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61888" y="28529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Emoción: volar en telas, retos y juego.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3557016"/>
            <a:ext cx="2880360" cy="950976"/>
          </a:xfrm>
          <a:prstGeom prst="roundRect">
            <a:avLst>
              <a:gd name="adj" fmla="val 8654"/>
            </a:avLst>
          </a:prstGeom>
          <a:solidFill>
            <a:srgbClr val="EAF7EF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36758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CTA ÚNICO EN TODO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1888" y="39227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228 127 19 74 › “Agenda su clase muestra”.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MAPA · 3 MESES DE CONTRATO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 días, 4 fases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01952" cy="269748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66420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664208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0 · SEM 1–2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9224" y="20482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245059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Perfiles reposicionados, WhatsApp Business, identidad Alpha Kids y sesión de grabación.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36758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arranque de $800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481328"/>
            <a:ext cx="1901952" cy="269748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4056" y="166420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734056" y="1664208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SEM 3–4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34056" y="20482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Lanzamiento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34056" y="245059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Reel manifiesto + presentación de Alpha Kids. Que Xalapa sepa que existe.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34056" y="36758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KPI: alcance y visitas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2584" y="1481328"/>
            <a:ext cx="1901952" cy="269748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66420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009C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664208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SEM 5–8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18888" y="20482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18888" y="245059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Oferta de lanzamiento + pauta a WhatsApp. Pico de regreso a clases.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36758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KPI: leads e inscripciones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57416" y="1481328"/>
            <a:ext cx="1901952" cy="269748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66420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664208"/>
            <a:ext cx="160934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MES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903720" y="204825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Sostenimiento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45059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Testimonios, logros, comunidad y programa de referidos.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6758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KPI: retención y referidos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Fase 2 cae en agosto: temporada de regreso a clases, el mejor momento del año para inscribir niños.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1 · FUNDACIÓN + LANZAMIENTO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la casa y abrir la puerta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FUNDACIÓN (SEM 1–2)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Perfiles kids-first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 de IG con enlace a WhatsApp, portada real en FB, typo corregido, highlights vestidos.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15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Business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de las 3 clases + respuesta rápida “CLASE MUESTRA” con horarios.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3557016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Identidad Alpha Kids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922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Logo de sub-marca y plantillas de historias (horarios y cupos).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LANZAMIENTO (SEM 3–4)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Reel manifiesto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057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“Aquí está prohibido decir no puedo” — la pieza de marca. Cross-post IG + FB, con pauta.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624328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E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15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Presentación Alpha Kids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Post/carrusel: qué es, las 3 clases, horarios y precios.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557016"/>
            <a:ext cx="3931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E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Historias con plantillas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9227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Horario semanal + “lugares disponibles” desde la semana 3.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 del mes: que Alpha Kids exista impecable en digital y Xalapa empiece a verla.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2 · CAPTACIÓN REGRESO A CLASES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atención en inscripciones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Oferta de lanzamiento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1er mes −20% ($850›$680 · $1,000›$800), limitada a agosto o primeros 10 inscritos. Urgencia real por cupo.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481328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Pauta a 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928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 concentrados en el mejor reel › mujeres 25–44, Xalapa/Coatepec. Meta: 10–15 leads/mes.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Clase muestra semanal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8269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lead se invita a una clase muestra gratis. Confirmación por WhatsApp para evitar ausencias.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871216"/>
            <a:ext cx="39319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Historias de conversión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28269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Cupos restantes, testimonios y respuestas a “¿es seguro?” / “¿desde qué edad?” — 2 por semana.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Funnel: </a:t>
            </a:r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Reel/pauta › perfil › WhatsApp › clase muestra › inscripción. Conversión esperada de muestra a inscripción: ≥ 40%.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3 · SOSTENIMIENTO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Retener y multiplicar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1396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Prueba social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Testimonios de mamás y papás + logros de alumnos: el contenido que más convence, ahora con alumnos nuevos.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813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1396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“Alumno del mes”, rachas de asistencia, detrás de cámaras del día a día con la coach.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481328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1396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Referidos $100/$100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Quien refiere y su amigo nuevo reciben $100 de descuento un mes. Cada alumno se vuelve un canal.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 del contrato: </a:t>
            </a:r>
            <a:pPr indent="0" marL="0">
              <a:buNone/>
            </a:pPr>
            <a:r>
              <a:rPr lang="en-US" sz="11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 de 90 días con resultados vs. metas y plan de continuidad (retención, curso de verano 2027, nuevas disciplinas).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PROMOCIONES · ANÁLISIS DE VIABILIDAD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Descuentos que sí pagan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alumno extra cuesta ≈ $0 (los grupos ya existen). Por eso el descuento temporal es rentable; lo que nunca se toca es el precio de lista.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1965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AF7E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819656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SIEMPRE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7512" y="2112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Clase muestra gratis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≈ $0 · el puente al premium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81965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AF7EF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819656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SIEMPRE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56432" y="2112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Combo 2 disciplinas $1,500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56432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+76% · incomparable vs DAX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81965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AF7E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819656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SIEMPRE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45352" y="2112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hermanos: 2º −15%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45352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~$128/mes por familia · capta 2 a la vez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172968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300984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300984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7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AGOSTO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67512" y="35935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1er mes −20%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4087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Cuesta $170–200 una vez · se recupera en el mes 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172968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56432" y="3300984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A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3300984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77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MES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56432" y="35935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Referidos $100 y $100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56432" y="4087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$200 por alumno nuevo · CAC igual a la pauta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3172968"/>
            <a:ext cx="260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3300984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FDECEE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3300984"/>
            <a:ext cx="1234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538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NUNCA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45352" y="35935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Bajar precio de lista a $400–600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45352" y="4087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Destruye margen y posicionamiento · irreversible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Y RETORNO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números de los 90 días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2880360"/>
          </a:xfrm>
          <a:prstGeom prst="roundRect">
            <a:avLst>
              <a:gd name="adj" fmla="val 2857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ESCENARIO CONSERVADOR (INGRESO/MES)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956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201168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C9E6F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9568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~$8,000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257860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C9E6F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5237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~$10,500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0906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3145536"/>
            <a:ext cx="987552" cy="256032"/>
          </a:xfrm>
          <a:prstGeom prst="roundRect">
            <a:avLst>
              <a:gd name="adj" fmla="val 14286"/>
            </a:avLst>
          </a:prstGeom>
          <a:solidFill>
            <a:srgbClr val="C9E6F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0906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~$14,000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3712464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009C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657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~$17,000+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39319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FE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627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METAS A 90 DÍAS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568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Alumnos nuevos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1956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10–15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4323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Leads WhatsApp / mes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432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10–15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Conversión muestra›inscripción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29077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40%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33832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del calendario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3383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35% › 70%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8587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 IG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38587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320 › 500+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el motor ($1,700/mes) se paga con 2 alumnos nuevos. </a:t>
            </a:r>
            <a:pPr indent="0" marL="0">
              <a:buNone/>
            </a:pPr>
            <a:r>
              <a:rPr lang="en-US" sz="12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resto es crecimiento.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Campaña Alpha Kids · 90 días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2026-07-30T02:10:31Z</dcterms:created>
  <dcterms:modified xsi:type="dcterms:W3CDTF">2026-07-30T02:10:31Z</dcterms:modified>
</cp:coreProperties>
</file>