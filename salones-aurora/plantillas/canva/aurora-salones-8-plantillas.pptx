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logo-aur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495300"/>
            <a:ext cx="2019300" cy="1053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81250"/>
            <a:ext cx="845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75" b="0" i="0" spc="825">
                <a:solidFill>
                  <a:srgbClr val="501B1F"/>
                </a:solidFill>
                <a:latin typeface="Playfair Display"/>
              </a:rPr>
              <a:t>DISPONIBILIDAD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05125"/>
            <a:ext cx="84582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550" b="1" i="0">
                <a:solidFill>
                  <a:srgbClr val="36261F"/>
                </a:solidFill>
                <a:latin typeface="Playfair Display"/>
              </a:rPr>
              <a:t>Fechas libres</a:t>
            </a:r>
          </a:p>
          <a:p>
            <a:pPr algn="ctr">
              <a:lnSpc>
                <a:spcPct val="110000"/>
              </a:lnSpc>
            </a:pPr>
            <a:r>
              <a:rPr sz="5550" b="1" i="0">
                <a:solidFill>
                  <a:srgbClr val="36261F"/>
                </a:solidFill>
                <a:latin typeface="Playfair Display"/>
              </a:rPr>
              <a:t>de [mes]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5010150"/>
            <a:ext cx="2324100" cy="1447800"/>
          </a:xfrm>
          <a:prstGeom prst="roundRect">
            <a:avLst>
              <a:gd name="adj" fmla="val 14000"/>
            </a:avLst>
          </a:prstGeom>
          <a:noFill/>
          <a:ln w="20320">
            <a:solidFill>
              <a:srgbClr val="CD7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5257800"/>
            <a:ext cx="2324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25" b="1" i="0" spc="375">
                <a:solidFill>
                  <a:srgbClr val="CD7638"/>
                </a:solidFill>
                <a:latin typeface="Poppins"/>
              </a:rPr>
              <a:t>SÁB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56007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350" b="1" i="0">
                <a:solidFill>
                  <a:srgbClr val="36261F"/>
                </a:solidFill>
                <a:latin typeface="Playfair Display"/>
              </a:rPr>
              <a:t>[00]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81450" y="5010150"/>
            <a:ext cx="2324100" cy="1447800"/>
          </a:xfrm>
          <a:prstGeom prst="roundRect">
            <a:avLst>
              <a:gd name="adj" fmla="val 14000"/>
            </a:avLst>
          </a:prstGeom>
          <a:noFill/>
          <a:ln w="20320">
            <a:solidFill>
              <a:srgbClr val="CD7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1450" y="5257800"/>
            <a:ext cx="2324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25" b="1" i="0" spc="375">
                <a:solidFill>
                  <a:srgbClr val="CD7638"/>
                </a:solidFill>
                <a:latin typeface="Poppins"/>
              </a:rPr>
              <a:t>SÁB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1450" y="56007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350" b="1" i="0">
                <a:solidFill>
                  <a:srgbClr val="36261F"/>
                </a:solidFill>
                <a:latin typeface="Playfair Display"/>
              </a:rPr>
              <a:t>[00]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4150" y="5010150"/>
            <a:ext cx="2324100" cy="1447800"/>
          </a:xfrm>
          <a:prstGeom prst="roundRect">
            <a:avLst>
              <a:gd name="adj" fmla="val 14000"/>
            </a:avLst>
          </a:prstGeom>
          <a:noFill/>
          <a:ln w="20320">
            <a:solidFill>
              <a:srgbClr val="CD7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150" y="5257800"/>
            <a:ext cx="2324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25" b="1" i="0" spc="375">
                <a:solidFill>
                  <a:srgbClr val="CD7638"/>
                </a:solidFill>
                <a:latin typeface="Poppins"/>
              </a:rPr>
              <a:t>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56007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350" b="1" i="0">
                <a:solidFill>
                  <a:srgbClr val="36261F"/>
                </a:solidFill>
                <a:latin typeface="Playfair Display"/>
              </a:rPr>
              <a:t>[00]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781800"/>
            <a:ext cx="84582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2000"/>
              </a:lnSpc>
            </a:pPr>
            <a:r>
              <a:rPr sz="2175" b="0" i="0">
                <a:solidFill>
                  <a:srgbClr val="7A665A"/>
                </a:solidFill>
                <a:latin typeface="Poppins"/>
              </a:rPr>
              <a:t>Si ya traes fecha en mente, escríbenos</a:t>
            </a:r>
          </a:p>
          <a:p>
            <a:pPr algn="ctr">
              <a:lnSpc>
                <a:spcPct val="152000"/>
              </a:lnSpc>
            </a:pPr>
            <a:r>
              <a:rPr sz="2175" b="0" i="0">
                <a:solidFill>
                  <a:srgbClr val="7A665A"/>
                </a:solidFill>
                <a:latin typeface="Poppins"/>
              </a:rPr>
              <a:t>y la revisamos juntos.</a:t>
            </a:r>
          </a:p>
        </p:txBody>
      </p:sp>
      <p:sp>
        <p:nvSpPr>
          <p:cNvPr id="17" name="Rectangle 16"/>
          <p:cNvSpPr/>
          <p:nvPr/>
        </p:nvSpPr>
        <p:spPr>
          <a:xfrm rot="21480000">
            <a:off x="3095625" y="8077200"/>
            <a:ext cx="440055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alon-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3248025" y="8229600"/>
            <a:ext cx="4095750" cy="238125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23950" y="11753850"/>
            <a:ext cx="7086600" cy="15240"/>
          </a:xfrm>
          <a:prstGeom prst="rect">
            <a:avLst/>
          </a:prstGeom>
          <a:solidFill>
            <a:srgbClr val="D8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750" y="11963400"/>
            <a:ext cx="971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 spc="89">
                <a:solidFill>
                  <a:srgbClr val="501B1F"/>
                </a:solidFill>
                <a:latin typeface="Poppins"/>
              </a:rPr>
              <a:t>WhatsApp 228 298 4871</a:t>
            </a:r>
            <a:r>
              <a:rPr sz="1875" b="0" spc="89">
                <a:solidFill>
                  <a:srgbClr val="CD7638"/>
                </a:solidFill>
                <a:latin typeface="Poppins"/>
              </a:rPr>
              <a:t>   ·   </a:t>
            </a:r>
            <a:r>
              <a:rPr sz="1875" b="0" spc="89">
                <a:solidFill>
                  <a:srgbClr val="7A665A"/>
                </a:solidFill>
                <a:latin typeface="Poppins"/>
              </a:rPr>
              <a:t>Carlos A. Carrillo 23, Col. Aguacatal, Xalapa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logo-aur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495300"/>
            <a:ext cx="2019300" cy="1053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52700"/>
            <a:ext cx="845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75" b="0" i="0" spc="825">
                <a:solidFill>
                  <a:srgbClr val="501B1F"/>
                </a:solidFill>
                <a:latin typeface="Playfair Display"/>
              </a:rPr>
              <a:t>NUESTRO PAQUETE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76575"/>
            <a:ext cx="8458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100" b="1" i="0">
                <a:solidFill>
                  <a:srgbClr val="36261F"/>
                </a:solidFill>
                <a:latin typeface="Playfair Display"/>
              </a:rPr>
              <a:t>Todo incluido quiere</a:t>
            </a:r>
          </a:p>
          <a:p>
            <a:pPr algn="ctr">
              <a:lnSpc>
                <a:spcPct val="110000"/>
              </a:lnSpc>
            </a:pPr>
            <a:r>
              <a:rPr sz="5100" b="1" i="0">
                <a:solidFill>
                  <a:srgbClr val="36261F"/>
                </a:solidFill>
                <a:latin typeface="Playfair Display"/>
              </a:rPr>
              <a:t>decir todo incluido</a:t>
            </a:r>
          </a:p>
        </p:txBody>
      </p:sp>
      <p:pic>
        <p:nvPicPr>
          <p:cNvPr id="7" name="Picture 6" descr="f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05400"/>
            <a:ext cx="32385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85900" y="5086350"/>
            <a:ext cx="7886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Salón por [X] horas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715000"/>
            <a:ext cx="8458200" cy="14287"/>
          </a:xfrm>
          <a:prstGeom prst="rect">
            <a:avLst/>
          </a:prstGeom>
          <a:solidFill>
            <a:srgbClr val="E7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905500"/>
            <a:ext cx="323850" cy="323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85900" y="5886450"/>
            <a:ext cx="7886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Mesas, sillas y mantelería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515100"/>
            <a:ext cx="8458200" cy="14287"/>
          </a:xfrm>
          <a:prstGeom prst="rect">
            <a:avLst/>
          </a:prstGeom>
          <a:solidFill>
            <a:srgbClr val="E7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705600"/>
            <a:ext cx="323850" cy="3238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85900" y="6686550"/>
            <a:ext cx="7886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Montaje e iluminación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7315200"/>
            <a:ext cx="8458200" cy="14287"/>
          </a:xfrm>
          <a:prstGeom prst="rect">
            <a:avLst/>
          </a:prstGeom>
          <a:solidFill>
            <a:srgbClr val="E7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7505700"/>
            <a:ext cx="323850" cy="32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85900" y="7486650"/>
            <a:ext cx="7886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[servicio adicional]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8115300"/>
            <a:ext cx="8458200" cy="14287"/>
          </a:xfrm>
          <a:prstGeom prst="rect">
            <a:avLst/>
          </a:prstGeom>
          <a:solidFill>
            <a:srgbClr val="E7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8305800"/>
            <a:ext cx="323850" cy="323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85900" y="8286750"/>
            <a:ext cx="7886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Personal de apoyo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239250"/>
            <a:ext cx="84582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2000"/>
              </a:lnSpc>
            </a:pPr>
            <a:r>
              <a:rPr sz="2250" b="0" i="0">
                <a:solidFill>
                  <a:srgbClr val="7A665A"/>
                </a:solidFill>
                <a:latin typeface="Poppins"/>
              </a:rPr>
              <a:t>Sin sorpresas y sin cargos escondidos.</a:t>
            </a:r>
          </a:p>
          <a:p>
            <a:pPr algn="ctr">
              <a:lnSpc>
                <a:spcPct val="152000"/>
              </a:lnSpc>
            </a:pPr>
            <a:r>
              <a:rPr sz="2250" b="0" i="0">
                <a:solidFill>
                  <a:srgbClr val="7A665A"/>
                </a:solidFill>
                <a:latin typeface="Poppins"/>
              </a:rPr>
              <a:t>El precio que ves es el que pagas.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3950" y="11753850"/>
            <a:ext cx="7086600" cy="15240"/>
          </a:xfrm>
          <a:prstGeom prst="rect">
            <a:avLst/>
          </a:prstGeom>
          <a:solidFill>
            <a:srgbClr val="D8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" y="11963400"/>
            <a:ext cx="971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 spc="89">
                <a:solidFill>
                  <a:srgbClr val="501B1F"/>
                </a:solidFill>
                <a:latin typeface="Poppins"/>
              </a:rPr>
              <a:t>WhatsApp 228 298 4871</a:t>
            </a:r>
            <a:r>
              <a:rPr sz="1875" b="0" spc="89">
                <a:solidFill>
                  <a:srgbClr val="CD7638"/>
                </a:solidFill>
                <a:latin typeface="Poppins"/>
              </a:rPr>
              <a:t>   ·   </a:t>
            </a:r>
            <a:r>
              <a:rPr sz="1875" b="0" spc="89">
                <a:solidFill>
                  <a:srgbClr val="7A665A"/>
                </a:solidFill>
                <a:latin typeface="Poppins"/>
              </a:rPr>
              <a:t>Carlos A. Carrillo 23, Col. Aguacatal, Xalapa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logo-aur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495300"/>
            <a:ext cx="2019300" cy="1053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62250"/>
            <a:ext cx="845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75" b="0" i="0" spc="825">
                <a:solidFill>
                  <a:srgbClr val="501B1F"/>
                </a:solidFill>
                <a:latin typeface="Playfair Display"/>
              </a:rPr>
              <a:t>ANTES DE APARTAR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86125"/>
            <a:ext cx="8458200" cy="147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950" b="1" i="0">
                <a:solidFill>
                  <a:srgbClr val="36261F"/>
                </a:solidFill>
                <a:latin typeface="Playfair Display"/>
              </a:rPr>
              <a:t>5 preguntas que</a:t>
            </a:r>
          </a:p>
          <a:p>
            <a:pPr algn="l">
              <a:lnSpc>
                <a:spcPct val="110000"/>
              </a:lnSpc>
            </a:pPr>
            <a:r>
              <a:rPr sz="4950" b="1" i="0">
                <a:solidFill>
                  <a:srgbClr val="36261F"/>
                </a:solidFill>
                <a:latin typeface="Playfair Display"/>
              </a:rPr>
              <a:t>sí debes 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8750"/>
            <a:ext cx="438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>
                <a:solidFill>
                  <a:srgbClr val="CD7638"/>
                </a:solidFill>
                <a:latin typeface="Playfair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5257800"/>
            <a:ext cx="7772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¿Qué incluye exactamente el precio?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962650"/>
            <a:ext cx="8458200" cy="14287"/>
          </a:xfrm>
          <a:prstGeom prst="rect">
            <a:avLst/>
          </a:prstGeom>
          <a:solidFill>
            <a:srgbClr val="E7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438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>
                <a:solidFill>
                  <a:srgbClr val="CD7638"/>
                </a:solidFill>
                <a:latin typeface="Playfair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6191250"/>
            <a:ext cx="7772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¿Cuántas horas tengo el salón?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896100"/>
            <a:ext cx="8458200" cy="14287"/>
          </a:xfrm>
          <a:prstGeom prst="rect">
            <a:avLst/>
          </a:prstGeom>
          <a:solidFill>
            <a:srgbClr val="E7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7105650"/>
            <a:ext cx="438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>
                <a:solidFill>
                  <a:srgbClr val="CD7638"/>
                </a:solidFill>
                <a:latin typeface="Playfair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7124700"/>
            <a:ext cx="7772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¿Hay lugar para estacionarse?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7829550"/>
            <a:ext cx="8458200" cy="14287"/>
          </a:xfrm>
          <a:prstGeom prst="rect">
            <a:avLst/>
          </a:prstGeom>
          <a:solidFill>
            <a:srgbClr val="E7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8039100"/>
            <a:ext cx="438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>
                <a:solidFill>
                  <a:srgbClr val="CD7638"/>
                </a:solidFill>
                <a:latin typeface="Playfair Display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8058150"/>
            <a:ext cx="7772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¿El banquete es del salón o lo llevo?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8763000"/>
            <a:ext cx="8458200" cy="14287"/>
          </a:xfrm>
          <a:prstGeom prst="rect">
            <a:avLst/>
          </a:prstGeom>
          <a:solidFill>
            <a:srgbClr val="E7D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8972550"/>
            <a:ext cx="438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>
                <a:solidFill>
                  <a:srgbClr val="CD7638"/>
                </a:solidFill>
                <a:latin typeface="Playfair Display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8991600"/>
            <a:ext cx="7772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50" b="0" i="0">
                <a:solidFill>
                  <a:srgbClr val="36261F"/>
                </a:solidFill>
                <a:latin typeface="Poppins"/>
              </a:rPr>
              <a:t>¿Qué pasa si me cambio de fecha?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0115550"/>
            <a:ext cx="84582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sz="2175" b="0" i="0">
                <a:solidFill>
                  <a:srgbClr val="7A665A"/>
                </a:solidFill>
                <a:latin typeface="Poppins"/>
              </a:rPr>
              <a:t>En Aurora te contestamos las cinco sin rodeos.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3950" y="11753850"/>
            <a:ext cx="7086600" cy="15240"/>
          </a:xfrm>
          <a:prstGeom prst="rect">
            <a:avLst/>
          </a:prstGeom>
          <a:solidFill>
            <a:srgbClr val="D8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" y="11963400"/>
            <a:ext cx="971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 spc="89">
                <a:solidFill>
                  <a:srgbClr val="501B1F"/>
                </a:solidFill>
                <a:latin typeface="Poppins"/>
              </a:rPr>
              <a:t>WhatsApp 228 298 4871</a:t>
            </a:r>
            <a:r>
              <a:rPr sz="1875" b="0" spc="89">
                <a:solidFill>
                  <a:srgbClr val="CD7638"/>
                </a:solidFill>
                <a:latin typeface="Poppins"/>
              </a:rPr>
              <a:t>   ·   </a:t>
            </a:r>
            <a:r>
              <a:rPr sz="1875" b="0" spc="89">
                <a:solidFill>
                  <a:srgbClr val="7A665A"/>
                </a:solidFill>
                <a:latin typeface="Poppins"/>
              </a:rPr>
              <a:t>Carlos A. Carrillo 23, Col. Aguacatal, Xalapa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logo-aur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495300"/>
            <a:ext cx="2019300" cy="1053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90800"/>
            <a:ext cx="845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75" b="0" i="0" spc="825">
                <a:solidFill>
                  <a:srgbClr val="501B1F"/>
                </a:solidFill>
                <a:latin typeface="Playfair Display"/>
              </a:rPr>
              <a:t>CAPACIDAD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48000"/>
            <a:ext cx="40005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250" b="1" i="0">
                <a:solidFill>
                  <a:srgbClr val="CD7638"/>
                </a:solidFill>
                <a:latin typeface="Playfair Display"/>
              </a:rPr>
              <a:t>[000]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4900" y="3276600"/>
            <a:ext cx="419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500" b="1" i="0">
                <a:solidFill>
                  <a:srgbClr val="36261F"/>
                </a:solidFill>
                <a:latin typeface="Playfair Display"/>
              </a:rPr>
              <a:t>invitados</a:t>
            </a:r>
          </a:p>
          <a:p>
            <a:pPr algn="l">
              <a:lnSpc>
                <a:spcPct val="108000"/>
              </a:lnSpc>
            </a:pPr>
            <a:r>
              <a:rPr sz="4500" b="1" i="0">
                <a:solidFill>
                  <a:srgbClr val="36261F"/>
                </a:solidFill>
                <a:latin typeface="Playfair Display"/>
              </a:rPr>
              <a:t>sentados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84582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sz="2325" b="0" i="0">
                <a:solidFill>
                  <a:srgbClr val="7A665A"/>
                </a:solidFill>
                <a:latin typeface="Poppins"/>
              </a:rPr>
              <a:t>Con espacio para pista, mesa de honor y área de</a:t>
            </a:r>
          </a:p>
          <a:p>
            <a:pPr algn="l">
              <a:lnSpc>
                <a:spcPct val="152000"/>
              </a:lnSpc>
            </a:pPr>
            <a:r>
              <a:rPr sz="2325" b="0" i="0">
                <a:solidFill>
                  <a:srgbClr val="7A665A"/>
                </a:solidFill>
                <a:latin typeface="Poppins"/>
              </a:rPr>
              <a:t>pastel sin que nadie quede apretado.</a:t>
            </a:r>
          </a:p>
        </p:txBody>
      </p:sp>
      <p:sp>
        <p:nvSpPr>
          <p:cNvPr id="9" name="Rectangle 8"/>
          <p:cNvSpPr/>
          <p:nvPr/>
        </p:nvSpPr>
        <p:spPr>
          <a:xfrm rot="120000">
            <a:off x="2476500" y="6781800"/>
            <a:ext cx="5829300" cy="421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alon-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2628900" y="6934200"/>
            <a:ext cx="5524500" cy="3619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23950" y="11753850"/>
            <a:ext cx="7086600" cy="15240"/>
          </a:xfrm>
          <a:prstGeom prst="rect">
            <a:avLst/>
          </a:prstGeom>
          <a:solidFill>
            <a:srgbClr val="D8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750" y="11963400"/>
            <a:ext cx="971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 spc="89">
                <a:solidFill>
                  <a:srgbClr val="501B1F"/>
                </a:solidFill>
                <a:latin typeface="Poppins"/>
              </a:rPr>
              <a:t>WhatsApp 228 298 4871</a:t>
            </a:r>
            <a:r>
              <a:rPr sz="1875" b="0" spc="89">
                <a:solidFill>
                  <a:srgbClr val="CD7638"/>
                </a:solidFill>
                <a:latin typeface="Poppins"/>
              </a:rPr>
              <a:t>   ·   </a:t>
            </a:r>
            <a:r>
              <a:rPr sz="1875" b="0" spc="89">
                <a:solidFill>
                  <a:srgbClr val="7A665A"/>
                </a:solidFill>
                <a:latin typeface="Poppins"/>
              </a:rPr>
              <a:t>Carlos A. Carrillo 23, Col. Aguacatal, Xalapa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on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ve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86200" y="495300"/>
            <a:ext cx="2514600" cy="1358265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aur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50" y="647700"/>
            <a:ext cx="2019300" cy="1053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733800"/>
            <a:ext cx="84582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5700" b="0" i="0" spc="900">
                <a:solidFill>
                  <a:srgbClr val="F2E6D4"/>
                </a:solidFill>
                <a:latin typeface="Playfair Display"/>
              </a:rPr>
              <a:t>UN SALÓN,</a:t>
            </a:r>
          </a:p>
          <a:p>
            <a:pPr algn="ctr">
              <a:lnSpc>
                <a:spcPct val="114000"/>
              </a:lnSpc>
            </a:pPr>
            <a:r>
              <a:rPr sz="5700" b="0" i="0" spc="900">
                <a:solidFill>
                  <a:srgbClr val="F2E6D4"/>
                </a:solidFill>
                <a:latin typeface="Playfair Display"/>
              </a:rPr>
              <a:t>MIL ESTILOS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05475"/>
            <a:ext cx="8458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</a:pPr>
            <a:r>
              <a:rPr sz="2850" b="1" i="1">
                <a:solidFill>
                  <a:srgbClr val="EED6C4"/>
                </a:solidFill>
                <a:latin typeface="Playfair Display"/>
              </a:rPr>
              <a:t>Bodas · XV · cumpleaños · bautizos</a:t>
            </a:r>
          </a:p>
          <a:p>
            <a:pPr algn="ctr">
              <a:lnSpc>
                <a:spcPct val="138000"/>
              </a:lnSpc>
            </a:pPr>
            <a:r>
              <a:rPr sz="2850" b="1" i="1">
                <a:solidFill>
                  <a:srgbClr val="EED6C4"/>
                </a:solidFill>
                <a:latin typeface="Playfair Display"/>
              </a:rPr>
              <a:t>El estilo lo pones tú.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7550" y="10067925"/>
            <a:ext cx="3771900" cy="7810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7550" y="10287000"/>
            <a:ext cx="3771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325" b="1" i="0" spc="112">
                <a:solidFill>
                  <a:srgbClr val="FFFFFF"/>
                </a:solidFill>
                <a:latin typeface="Poppins"/>
              </a:rPr>
              <a:t>AGENDA TU VISITA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3950" y="11753850"/>
            <a:ext cx="7086600" cy="15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750" y="11963400"/>
            <a:ext cx="971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 spc="89">
                <a:solidFill>
                  <a:srgbClr val="FFFFFF"/>
                </a:solidFill>
                <a:latin typeface="Poppins"/>
              </a:rPr>
              <a:t>WhatsApp 228 298 4871</a:t>
            </a:r>
            <a:r>
              <a:rPr sz="1875" b="0" spc="89">
                <a:solidFill>
                  <a:srgbClr val="CD7638"/>
                </a:solidFill>
                <a:latin typeface="Poppins"/>
              </a:rPr>
              <a:t>   ·   </a:t>
            </a:r>
            <a:r>
              <a:rPr sz="1875" b="0" spc="89">
                <a:solidFill>
                  <a:srgbClr val="FFFFFF"/>
                </a:solidFill>
                <a:latin typeface="Poppins"/>
              </a:rPr>
              <a:t>Carlos A. Carrillo 23, Col. Aguacatal, Xalapa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on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velo-ba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86200" y="495300"/>
            <a:ext cx="2514600" cy="1358265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aur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50" y="647700"/>
            <a:ext cx="2019300" cy="1053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477000"/>
            <a:ext cx="845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75" b="0" i="0" spc="825">
                <a:solidFill>
                  <a:srgbClr val="EED6C4"/>
                </a:solidFill>
                <a:latin typeface="Playfair Display"/>
              </a:rPr>
              <a:t>TEMPORADA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096125"/>
            <a:ext cx="84582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150" b="1" i="0">
                <a:solidFill>
                  <a:srgbClr val="F2E6D4"/>
                </a:solidFill>
                <a:latin typeface="Playfair Display"/>
              </a:rPr>
              <a:t>[Diciembre] se aparta</a:t>
            </a:r>
          </a:p>
          <a:p>
            <a:pPr algn="ctr">
              <a:lnSpc>
                <a:spcPct val="110000"/>
              </a:lnSpc>
            </a:pPr>
            <a:r>
              <a:rPr sz="6150" b="1" i="0">
                <a:solidFill>
                  <a:srgbClr val="F2E6D4"/>
                </a:solidFill>
                <a:latin typeface="Playfair Display"/>
              </a:rPr>
              <a:t>desde 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010650"/>
            <a:ext cx="84582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2000"/>
              </a:lnSpc>
            </a:pPr>
            <a:r>
              <a:rPr sz="2400" b="0" i="0">
                <a:solidFill>
                  <a:srgbClr val="FFFFFF"/>
                </a:solidFill>
                <a:latin typeface="Poppins"/>
              </a:rPr>
              <a:t>Posadas, cenas de fin de año y eventos de empresa.</a:t>
            </a:r>
          </a:p>
          <a:p>
            <a:pPr algn="ctr">
              <a:lnSpc>
                <a:spcPct val="152000"/>
              </a:lnSpc>
            </a:pPr>
            <a:r>
              <a:rPr sz="2400" b="0" i="0">
                <a:solidFill>
                  <a:srgbClr val="FFFFFF"/>
                </a:solidFill>
                <a:latin typeface="Poppins"/>
              </a:rPr>
              <a:t>Las fechas buenas se van primero.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3950" y="11753850"/>
            <a:ext cx="7086600" cy="15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" y="11963400"/>
            <a:ext cx="9715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 spc="89">
                <a:solidFill>
                  <a:srgbClr val="FFFFFF"/>
                </a:solidFill>
                <a:latin typeface="Poppins"/>
              </a:rPr>
              <a:t>WhatsApp 228 298 4871</a:t>
            </a:r>
            <a:r>
              <a:rPr sz="1875" b="0" spc="89">
                <a:solidFill>
                  <a:srgbClr val="CD7638"/>
                </a:solidFill>
                <a:latin typeface="Poppins"/>
              </a:rPr>
              <a:t>   ·   </a:t>
            </a:r>
            <a:r>
              <a:rPr sz="1875" b="0" spc="89">
                <a:solidFill>
                  <a:srgbClr val="FFFFFF"/>
                </a:solidFill>
                <a:latin typeface="Poppins"/>
              </a:rPr>
              <a:t>Carlos A. Carrillo 23, Col. Aguacatal, Xalapa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on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velo-ba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86200" y="495300"/>
            <a:ext cx="2514600" cy="1358265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aur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50" y="647700"/>
            <a:ext cx="2019300" cy="1053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95975"/>
            <a:ext cx="845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75" b="0" i="0" spc="825">
                <a:solidFill>
                  <a:srgbClr val="EED6C4"/>
                </a:solidFill>
                <a:latin typeface="Playfair Display"/>
              </a:rPr>
              <a:t>TE RECIBIMOS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515100"/>
            <a:ext cx="8458200" cy="185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F2E6D4"/>
                </a:solidFill>
                <a:latin typeface="Playfair Display"/>
              </a:rPr>
              <a:t>El salón se ve</a:t>
            </a:r>
          </a:p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F2E6D4"/>
                </a:solidFill>
                <a:latin typeface="Playfair Display"/>
              </a:rPr>
              <a:t>mejor en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8439150"/>
            <a:ext cx="8458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2000"/>
              </a:lnSpc>
            </a:pPr>
            <a:r>
              <a:rPr sz="2325" b="0" i="0">
                <a:solidFill>
                  <a:srgbClr val="FFFFFF"/>
                </a:solidFill>
                <a:latin typeface="Poppins"/>
              </a:rPr>
              <a:t>Te lo enseñamos con calma y resolvemos tus dudas ahí mismo.</a:t>
            </a:r>
          </a:p>
          <a:p>
            <a:pPr algn="ctr">
              <a:lnSpc>
                <a:spcPct val="152000"/>
              </a:lnSpc>
            </a:pPr>
            <a:r>
              <a:rPr sz="2325" b="0" i="0">
                <a:solidFill>
                  <a:srgbClr val="FFFFFF"/>
                </a:solidFill>
                <a:latin typeface="Poppins"/>
              </a:rPr>
              <a:t>Carlos A. Carrillo 23, Col. Aguacatal · [horario]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734800"/>
            <a:ext cx="10287000" cy="1123950"/>
          </a:xfrm>
          <a:prstGeom prst="rect">
            <a:avLst/>
          </a:prstGeom>
          <a:solidFill>
            <a:srgbClr val="4A3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1925300"/>
            <a:ext cx="84582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25" b="1" i="1">
                <a:solidFill>
                  <a:srgbClr val="EED6C4"/>
                </a:solidFill>
                <a:latin typeface="Playfair Display"/>
              </a:rPr>
              <a:t>Ven a conocer el salón del que hablan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2382500"/>
            <a:ext cx="845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75" b="1" i="0">
                <a:solidFill>
                  <a:srgbClr val="FFFFFF"/>
                </a:solidFill>
                <a:latin typeface="Poppins"/>
              </a:rPr>
              <a:t>WhatsApp 228 298 4871  ·  Visita sin compromiso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logo-aur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495300"/>
            <a:ext cx="2019300" cy="1053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66900"/>
            <a:ext cx="84582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0" b="1" i="0">
                <a:solidFill>
                  <a:srgbClr val="CD7638"/>
                </a:solidFill>
                <a:latin typeface="Playfair Display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45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75" b="0" i="0" spc="825">
                <a:solidFill>
                  <a:srgbClr val="501B1F"/>
                </a:solidFill>
                <a:latin typeface="Playfair Display"/>
              </a:rPr>
              <a:t>LO QUE DICEN DE AURORA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8100"/>
            <a:ext cx="84582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750" b="1" i="1">
                <a:solidFill>
                  <a:srgbClr val="36261F"/>
                </a:solidFill>
                <a:latin typeface="Playfair Display"/>
              </a:rPr>
              <a:t>Llegamos y todo estaba listo.</a:t>
            </a:r>
          </a:p>
          <a:p>
            <a:pPr algn="ctr">
              <a:lnSpc>
                <a:spcPct val="130000"/>
              </a:lnSpc>
            </a:pPr>
            <a:r>
              <a:rPr sz="3750" b="1" i="1">
                <a:solidFill>
                  <a:srgbClr val="36261F"/>
                </a:solidFill>
                <a:latin typeface="Playfair Display"/>
              </a:rPr>
              <a:t>No tuve que preocuparme</a:t>
            </a:r>
          </a:p>
          <a:p>
            <a:pPr algn="ctr">
              <a:lnSpc>
                <a:spcPct val="130000"/>
              </a:lnSpc>
            </a:pPr>
            <a:r>
              <a:rPr sz="3750" b="1" i="1">
                <a:solidFill>
                  <a:srgbClr val="36261F"/>
                </a:solidFill>
                <a:latin typeface="Playfair Display"/>
              </a:rPr>
              <a:t>por nada.</a:t>
            </a:r>
          </a:p>
        </p:txBody>
      </p:sp>
      <p:sp>
        <p:nvSpPr>
          <p:cNvPr id="8" name="5-Point Star 7"/>
          <p:cNvSpPr/>
          <p:nvPr/>
        </p:nvSpPr>
        <p:spPr>
          <a:xfrm>
            <a:off x="3867150" y="6400800"/>
            <a:ext cx="419100" cy="419100"/>
          </a:xfrm>
          <a:prstGeom prst="star5">
            <a:avLst/>
          </a:prstGeom>
          <a:solidFill>
            <a:srgbClr val="FC5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5-Point Star 8"/>
          <p:cNvSpPr/>
          <p:nvPr/>
        </p:nvSpPr>
        <p:spPr>
          <a:xfrm>
            <a:off x="4400550" y="6400800"/>
            <a:ext cx="419100" cy="419100"/>
          </a:xfrm>
          <a:prstGeom prst="star5">
            <a:avLst/>
          </a:prstGeom>
          <a:solidFill>
            <a:srgbClr val="FC5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4933950" y="6400800"/>
            <a:ext cx="419100" cy="419100"/>
          </a:xfrm>
          <a:prstGeom prst="star5">
            <a:avLst/>
          </a:prstGeom>
          <a:solidFill>
            <a:srgbClr val="FC5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5467350" y="6400800"/>
            <a:ext cx="419100" cy="419100"/>
          </a:xfrm>
          <a:prstGeom prst="star5">
            <a:avLst/>
          </a:prstGeom>
          <a:solidFill>
            <a:srgbClr val="FC5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000750" y="6400800"/>
            <a:ext cx="419100" cy="419100"/>
          </a:xfrm>
          <a:prstGeom prst="star5">
            <a:avLst/>
          </a:prstGeom>
          <a:solidFill>
            <a:srgbClr val="FC5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7086600"/>
            <a:ext cx="8458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75" b="0" i="0" spc="750">
                <a:solidFill>
                  <a:srgbClr val="501B1F"/>
                </a:solidFill>
                <a:latin typeface="Playfair Display"/>
              </a:rPr>
              <a:t>[NOMBRE Y APELLIDO]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620000"/>
            <a:ext cx="845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i="0">
                <a:solidFill>
                  <a:srgbClr val="7A665A"/>
                </a:solidFill>
                <a:latin typeface="Poppins"/>
              </a:rPr>
              <a:t>Celebró [el evento] de su familia en Aurora</a:t>
            </a:r>
          </a:p>
        </p:txBody>
      </p:sp>
      <p:sp>
        <p:nvSpPr>
          <p:cNvPr id="15" name="Rectangle 14"/>
          <p:cNvSpPr/>
          <p:nvPr/>
        </p:nvSpPr>
        <p:spPr>
          <a:xfrm rot="21480000">
            <a:off x="2667000" y="8248650"/>
            <a:ext cx="525780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alon-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2819400" y="8401050"/>
            <a:ext cx="4953000" cy="23812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11734800"/>
            <a:ext cx="10287000" cy="1123950"/>
          </a:xfrm>
          <a:prstGeom prst="rect">
            <a:avLst/>
          </a:prstGeom>
          <a:solidFill>
            <a:srgbClr val="4A3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1925300"/>
            <a:ext cx="84582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25" b="1" i="1">
                <a:solidFill>
                  <a:srgbClr val="EED6C4"/>
                </a:solidFill>
                <a:latin typeface="Playfair Display"/>
              </a:rPr>
              <a:t>Ven a conocer el salón del que hablan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2382500"/>
            <a:ext cx="8458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75" b="1" i="0">
                <a:solidFill>
                  <a:srgbClr val="FFFFFF"/>
                </a:solidFill>
                <a:latin typeface="Poppins"/>
              </a:rPr>
              <a:t>WhatsApp 228 298 4871  ·  Visita sin compromiso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