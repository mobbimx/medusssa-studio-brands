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863840" y="1051560"/>
            <a:ext cx="3749040" cy="37490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0607040" y="4480560"/>
            <a:ext cx="1051560" cy="1051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MEDUSSSA.STUDIO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85800" y="1828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de Servicios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68580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 Administración de Redes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8580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para clientes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85800" y="507492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3A3C63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5074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medusssa.studio  ·  Xalapa, Veracruz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37392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FUNDAMENTOS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y configuración inicial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18488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3A3C63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87452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9339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62456" y="1783080"/>
            <a:ext cx="4535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Determinar el objetivo del cliente: descuentos, ofertas, precios especiales, incrementar ventas, lanzamiento de producto, etc.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898648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3A3C63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315468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7355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62456" y="3063240"/>
            <a:ext cx="4535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del perfil en Facebook e Instagram, con conexión a WhatsApp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178808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3A3C63"/>
          </a:solidFill>
          <a:ln/>
        </p:spPr>
      </p:sp>
      <p:sp>
        <p:nvSpPr>
          <p:cNvPr id="14" name="Shape 9"/>
          <p:cNvSpPr/>
          <p:nvPr/>
        </p:nvSpPr>
        <p:spPr>
          <a:xfrm>
            <a:off x="685800" y="443484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5371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62456" y="4343400"/>
            <a:ext cx="4535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 perfil en Google My Business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263640" y="1618488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3A3C63"/>
          </a:solidFill>
          <a:ln/>
        </p:spPr>
      </p:sp>
      <p:sp>
        <p:nvSpPr>
          <p:cNvPr id="18" name="Shape 12"/>
          <p:cNvSpPr/>
          <p:nvPr/>
        </p:nvSpPr>
        <p:spPr>
          <a:xfrm>
            <a:off x="6400800" y="187452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99339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77456" y="1783080"/>
            <a:ext cx="4535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de público objetivo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263640" y="2898648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3A3C63"/>
          </a:solidFill>
          <a:ln/>
        </p:spPr>
      </p:sp>
      <p:sp>
        <p:nvSpPr>
          <p:cNvPr id="22" name="Shape 15"/>
          <p:cNvSpPr/>
          <p:nvPr/>
        </p:nvSpPr>
        <p:spPr>
          <a:xfrm>
            <a:off x="6400800" y="315468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273552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77456" y="3063240"/>
            <a:ext cx="4535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Persona: definición de tu cliente perfecto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6263640" y="4178808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3A3C63"/>
          </a:solidFill>
          <a:ln/>
        </p:spPr>
      </p:sp>
      <p:sp>
        <p:nvSpPr>
          <p:cNvPr id="26" name="Shape 18"/>
          <p:cNvSpPr/>
          <p:nvPr/>
        </p:nvSpPr>
        <p:spPr>
          <a:xfrm>
            <a:off x="6400800" y="443484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455371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77456" y="4343400"/>
            <a:ext cx="4535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productos en Facebook y WhatsApp (ver detalle más adelante)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37392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CADA MES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mensual de contenido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85800" y="178308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01952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2456" y="169164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campaña publicitaria mensual en Facebook o Instagram, con estrategia de marketing en redes y objetivo definido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85800" y="297180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906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62456" y="28803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de contenidos mensual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85800" y="416052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7939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62456" y="406908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sesiones de grabación mensuales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85800" y="534924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46811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62456" y="525780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contenidos gráficos (fotos, infografías, etc.)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901952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77456" y="169164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plantillas para historias (imágenes promocionales)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6400800" y="297180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309067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77456" y="28803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videos cortos (Reels, TikToks)</a:t>
            </a:r>
            <a:endParaRPr lang="en-US" sz="1350" dirty="0"/>
          </a:p>
        </p:txBody>
      </p:sp>
      <p:sp>
        <p:nvSpPr>
          <p:cNvPr id="23" name="Shape 14"/>
          <p:cNvSpPr/>
          <p:nvPr/>
        </p:nvSpPr>
        <p:spPr>
          <a:xfrm>
            <a:off x="6400800" y="416052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279392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77456" y="406908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Copywriting: textos persuasivos que complementan las publicaciones</a:t>
            </a:r>
            <a:endParaRPr lang="en-US" sz="1350" dirty="0"/>
          </a:p>
        </p:txBody>
      </p:sp>
      <p:sp>
        <p:nvSpPr>
          <p:cNvPr id="26" name="Shape 16"/>
          <p:cNvSpPr/>
          <p:nvPr/>
        </p:nvSpPr>
        <p:spPr>
          <a:xfrm>
            <a:off x="6400800" y="5349240"/>
            <a:ext cx="475488" cy="47548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5468112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077456" y="525780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y monitoreo de publicaciones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37392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INCLUIDO EN EL PAQUETE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tu catálogo de productos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16916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Además, desarrollamos e implementamos el catálogo de productos de tu negocio para vender directo desde WhatsApp y Facebook: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2491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253288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y organización de tus productos con fotos, precios y descripciones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93592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07008" y="340156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en WhatsApp Business: tus clientes ven y piden desde el chat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462272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07008" y="427024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en Facebook conectado a tu página</a:t>
            </a:r>
            <a:endParaRPr lang="en-US" sz="14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330952"/>
            <a:ext cx="310896" cy="3108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07008" y="513892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listos para etiquetarse en publicaciones e historias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7955280" y="21488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3A3C63"/>
          </a:solidFill>
          <a:ln/>
        </p:spPr>
      </p:sp>
      <p:sp>
        <p:nvSpPr>
          <p:cNvPr id="15" name="Shape 8"/>
          <p:cNvSpPr/>
          <p:nvPr/>
        </p:nvSpPr>
        <p:spPr>
          <a:xfrm>
            <a:off x="8183880" y="2651760"/>
            <a:ext cx="731520" cy="73152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2816352"/>
            <a:ext cx="402336" cy="40233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098280" y="2560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en WhatsApp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directo desde el chat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955280" y="4114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3A3C63"/>
          </a:solidFill>
          <a:ln/>
        </p:spPr>
      </p:sp>
      <p:sp>
        <p:nvSpPr>
          <p:cNvPr id="19" name="Shape 11"/>
          <p:cNvSpPr/>
          <p:nvPr/>
        </p:nvSpPr>
        <p:spPr>
          <a:xfrm>
            <a:off x="8183880" y="4617720"/>
            <a:ext cx="731520" cy="731520"/>
          </a:xfrm>
          <a:prstGeom prst="ellipse">
            <a:avLst/>
          </a:prstGeom>
          <a:solidFill>
            <a:srgbClr val="1877F2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4782312"/>
            <a:ext cx="347472" cy="40233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098280" y="4526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en Facebook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Conectado a tu página y publicaciones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37392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DIFERENCIADOR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Grabamos con equipo profesional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85800" y="19659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3A3C63"/>
          </a:solidFill>
          <a:ln/>
        </p:spPr>
      </p:sp>
      <p:sp>
        <p:nvSpPr>
          <p:cNvPr id="6" name="Shape 3"/>
          <p:cNvSpPr/>
          <p:nvPr/>
        </p:nvSpPr>
        <p:spPr>
          <a:xfrm>
            <a:off x="1554480" y="2331720"/>
            <a:ext cx="868680" cy="868680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2532888"/>
            <a:ext cx="466344" cy="4663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 aéreas de tu negocio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547872" y="19659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3A3C63"/>
          </a:solidFill>
          <a:ln/>
        </p:spPr>
      </p:sp>
      <p:sp>
        <p:nvSpPr>
          <p:cNvPr id="11" name="Shape 7"/>
          <p:cNvSpPr/>
          <p:nvPr/>
        </p:nvSpPr>
        <p:spPr>
          <a:xfrm>
            <a:off x="4416552" y="2331720"/>
            <a:ext cx="868680" cy="868680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532888"/>
            <a:ext cx="466344" cy="4663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47872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Estabilizadores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730752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fluido y sin movimientos bruscos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9944" y="19659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3A3C63"/>
          </a:solidFill>
          <a:ln/>
        </p:spPr>
      </p:sp>
      <p:sp>
        <p:nvSpPr>
          <p:cNvPr id="16" name="Shape 11"/>
          <p:cNvSpPr/>
          <p:nvPr/>
        </p:nvSpPr>
        <p:spPr>
          <a:xfrm>
            <a:off x="7278624" y="2331720"/>
            <a:ext cx="868680" cy="868680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532888"/>
            <a:ext cx="466344" cy="4663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9944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Iluminación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592824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luz profesional en cada grabación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272016" y="19659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3A3C63"/>
          </a:solidFill>
          <a:ln/>
        </p:spPr>
      </p:sp>
      <p:sp>
        <p:nvSpPr>
          <p:cNvPr id="21" name="Shape 15"/>
          <p:cNvSpPr/>
          <p:nvPr/>
        </p:nvSpPr>
        <p:spPr>
          <a:xfrm>
            <a:off x="10140696" y="2331720"/>
            <a:ext cx="868680" cy="868680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2532888"/>
            <a:ext cx="466344" cy="4663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72016" y="3337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Micrófonos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9454896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limpio y claro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audiovisual que un negocio no logra con un celular — incluida en el paquete.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37392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MEDICIÓN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y resultados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85800" y="173736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3A3C63"/>
          </a:solidFill>
          <a:ln/>
        </p:spPr>
      </p:sp>
      <p:sp>
        <p:nvSpPr>
          <p:cNvPr id="6" name="Shape 3"/>
          <p:cNvSpPr/>
          <p:nvPr/>
        </p:nvSpPr>
        <p:spPr>
          <a:xfrm>
            <a:off x="960120" y="2020824"/>
            <a:ext cx="566928" cy="56692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5798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19202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intermedia con el cliente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783080" y="2304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anuncios y modificaciones a medio mes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85800" y="310896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3A3C63"/>
          </a:solidFill>
          <a:ln/>
        </p:spPr>
      </p:sp>
      <p:sp>
        <p:nvSpPr>
          <p:cNvPr id="11" name="Shape 7"/>
          <p:cNvSpPr/>
          <p:nvPr/>
        </p:nvSpPr>
        <p:spPr>
          <a:xfrm>
            <a:off x="960120" y="3392424"/>
            <a:ext cx="566928" cy="56692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52958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32918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anuncios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783080" y="36758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está funcionando y qué se ajusta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85800" y="448056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3A3C63"/>
          </a:solidFill>
          <a:ln/>
        </p:spPr>
      </p:sp>
      <p:sp>
        <p:nvSpPr>
          <p:cNvPr id="16" name="Shape 11"/>
          <p:cNvSpPr/>
          <p:nvPr/>
        </p:nvSpPr>
        <p:spPr>
          <a:xfrm>
            <a:off x="960120" y="4764024"/>
            <a:ext cx="566928" cy="566928"/>
          </a:xfrm>
          <a:prstGeom prst="ellipse">
            <a:avLst/>
          </a:prstGeom>
          <a:solidFill>
            <a:srgbClr val="35A3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90118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46634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resultados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783080" y="50474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y resultados del objetivo planteado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37392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del paquete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19202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E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66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mensuales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685800" y="3977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 recomienda establecer un contrato por 3 meses para maximizar resultados."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@medusssa.studio  ·  Xalapa, Ver.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12080" y="1645920"/>
            <a:ext cx="6309360" cy="1234440"/>
          </a:xfrm>
          <a:prstGeom prst="roundRect">
            <a:avLst>
              <a:gd name="adj" fmla="val 7407"/>
            </a:avLst>
          </a:prstGeom>
          <a:solidFill>
            <a:srgbClr val="3A3C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385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0" y="18105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Únicamente honorarios profesionales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5943600" y="219456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corresponde al servicio y trabajo del equipo de medusssa.studio.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212080" y="3063240"/>
            <a:ext cx="6309360" cy="1234440"/>
          </a:xfrm>
          <a:prstGeom prst="roundRect">
            <a:avLst>
              <a:gd name="adj" fmla="val 7407"/>
            </a:avLst>
          </a:prstGeom>
          <a:solidFill>
            <a:srgbClr val="3A3C6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35584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32278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Viáticos incluidos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943600" y="36118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traslados a tu negocio para grabaciones y reuniones ya están dentro del precio.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212080" y="4480560"/>
            <a:ext cx="6309360" cy="1234440"/>
          </a:xfrm>
          <a:prstGeom prst="roundRect">
            <a:avLst>
              <a:gd name="adj" fmla="val 7407"/>
            </a:avLst>
          </a:prstGeom>
          <a:solidFill>
            <a:srgbClr val="3A3C6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77316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0" y="464515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incluye gasto en anuncios publicitarios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943600" y="502920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presupuesto de pauta lo determina el cliente según sus objetivos y se paga por separado.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2026-08-03T22:23:36Z</dcterms:created>
  <dcterms:modified xsi:type="dcterms:W3CDTF">2026-08-03T22:23:36Z</dcterms:modified>
</cp:coreProperties>
</file>