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Enganchar con la oferta GRATIS y "medible". Beta gratuita para los primeros negocios de la zona. No explicar el producto todavía.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cliente ya está cerca (huéspedes + vecinos + oficinas). Hoy gana la suerte; nosotros lo ponemos a tu favor. 1 km · público real · 0 comisión.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 sienta el dolor: publicidad que no mide, comisiones, gana quien sale primero. Cierra: gastas sin saber si sirve.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Definición en una idea. Tres patas: vitrina digital, redirección directa, métricas reales.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 lo vea. Dos vistas: principal y recomendaciones (aquí aparece el anuncio). REEMPLAZAR los dos placeholders por las capturas reales.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1 proyecta en TV. Paso 2 conoce el negocio (menú/cómo llegar/imágenes). Paso 3 escanea QR -&gt; contacto directo vinculado a la promo. Resultado: llega o cierra pedido. Sin comisión.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corazón del pitch: es medible. Embudo impresiones-&gt;escaneos-&gt;redirecciones, horarios pico, top promo. REEMPLAZAR por captura real. Reporte bimestral.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Gratis, sin riesgo, con CUPO por categoría. El que entra se queda con el lugar de su zona. Reporte bimestral. Bajar el ritmo: esta convierte.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Quitar fricción: tú solo mandas fotos y promo. Cerrar pidiendo nombre, WhatsApp y compromiso de fotos. Agendar el día.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120640" cy="5120640"/>
          </a:xfrm>
          <a:prstGeom prst="ellipse">
            <a:avLst/>
          </a:prstGeom>
          <a:solidFill>
            <a:srgbClr val="6D5CE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389120"/>
            <a:ext cx="4206240" cy="4206240"/>
          </a:xfrm>
          <a:prstGeom prst="ellipse">
            <a:avLst/>
          </a:prstGeom>
          <a:solidFill>
            <a:srgbClr val="28D7EE">
              <a:alpha val="30000"/>
            </a:srgbClr>
          </a:solidFill>
          <a:ln/>
        </p:spPr>
      </p:sp>
      <p:pic>
        <p:nvPicPr>
          <p:cNvPr id="4" name="Image 0" descr="/home/user/medusssa-studio-brands/medusa-os/presentaciones/prospeccion-restaurantes-beta/assets-pptx/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42416" y="40233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Medusa</a:t>
            </a:r>
            <a:pPr indent="0" marL="0">
              <a:buNone/>
            </a:pPr>
            <a:r>
              <a:rPr lang="en-US" sz="1800" b="1" dirty="0">
                <a:solidFill>
                  <a:srgbClr val="8F8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731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8EB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PANEL PROMOCIONAL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66928" y="187452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CE5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50" kern="0" dirty="0">
                <a:solidFill>
                  <a:srgbClr val="3A26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✦  PRUEBA BETA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30352" y="2212848"/>
            <a:ext cx="6766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800" b="1" dirty="0">
                <a:solidFill>
                  <a:srgbClr val="FFC24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GRATIS</a:t>
            </a:r>
            <a:endParaRPr lang="en-US" sz="11800" dirty="0"/>
          </a:p>
        </p:txBody>
      </p:sp>
      <p:sp>
        <p:nvSpPr>
          <p:cNvPr id="10" name="Text 7"/>
          <p:cNvSpPr txBox="1"/>
          <p:nvPr/>
        </p:nvSpPr>
        <p:spPr>
          <a:xfrm>
            <a:off x="7360920" y="28803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E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para los primeros negocios de la zona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4297680"/>
            <a:ext cx="8595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A7AB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Publicidad local </a:t>
            </a:r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EE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medible</a:t>
            </a:r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A7AB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negocios de la zona: te ponemos frente a la gente que anda cerca, la </a:t>
            </a:r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EE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redirigimos a tu negocio</a:t>
            </a:r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A7AB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te mostramos </a:t>
            </a:r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EE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exactamente qué funciona</a:t>
            </a:r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A7AB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66928" y="6053328"/>
            <a:ext cx="4480560" cy="384048"/>
          </a:xfrm>
          <a:prstGeom prst="roundRect">
            <a:avLst>
              <a:gd name="adj" fmla="val 50000"/>
            </a:avLst>
          </a:prstGeom>
          <a:ln w="12700">
            <a:solidFill>
              <a:srgbClr val="2B2F6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66928" y="605332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A7AB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ANCLADO A LA SEDE DE MOBBITRIPS · XALAPA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257800" y="605332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AB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Presenta: </a:t>
            </a:r>
            <a:pPr indent="0" marL="0">
              <a:buNone/>
            </a:pPr>
            <a:r>
              <a:rPr lang="en-US" sz="1300" b="1" dirty="0">
                <a:solidFill>
                  <a:srgbClr val="EE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Medusssa Studio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6D5C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OPORTUNIDAD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012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1415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Tus mejores clientes ya están a menos de 1 km.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51460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5659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Huéspedes de </a:t>
            </a:r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ED68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Mobbitrips</a:t>
            </a:r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5659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vecinos, oficinas y gente de paso se preguntan todos los días lo mismo: </a:t>
            </a:r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415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“¿dónde como algo rico aquí cerca?”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7033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5659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Hoy esa decisión se la lleva la suerte. Nosotros la ponemos frente a ellos — </a:t>
            </a:r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415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tu favor</a:t>
            </a:r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5659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800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D5C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 km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53218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659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radio de la beta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532888" y="4800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D5C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100%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2532888" y="53218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659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público local y real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498848" y="4800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D5C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498848" y="53218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659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comisión por venta</a:t>
            </a:r>
            <a:endParaRPr lang="en-US" sz="1200" dirty="0"/>
          </a:p>
        </p:txBody>
      </p:sp>
      <p:pic>
        <p:nvPicPr>
          <p:cNvPr id="12" name="Image 0" descr="/home/user/medusssa-studio-brands/medusa-os/presentaciones/prospeccion-restaurantes-beta/assets-pptx/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371600"/>
            <a:ext cx="4023360" cy="350215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6598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MedusaOS · Panel promocional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052767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E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oportunidad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6D5C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32688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1415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Cada día pasan cientos de personas cerca de ti.</a:t>
            </a:r>
            <a:endParaRPr lang="en-US" sz="3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1415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Casi ninguna sabe que existes.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27614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FBE1E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56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!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33856" y="2697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415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Publicidad que no puedes medir</a:t>
            </a:r>
            <a:endParaRPr lang="en-US" sz="1750" dirty="0"/>
          </a:p>
        </p:txBody>
      </p:sp>
      <p:sp>
        <p:nvSpPr>
          <p:cNvPr id="7" name="Text 5"/>
          <p:cNvSpPr txBox="1"/>
          <p:nvPr/>
        </p:nvSpPr>
        <p:spPr>
          <a:xfrm>
            <a:off x="1133856" y="3072384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659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Volantes, lonas y posts que pagas “a ciegas”: nunca sabes si de ahí llegó alguien.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93192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FBE1E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56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%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33856" y="386791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415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Las apps y comisiones te comen el margen</a:t>
            </a:r>
            <a:endParaRPr lang="en-US" sz="1750" dirty="0"/>
          </a:p>
        </p:txBody>
      </p:sp>
      <p:sp>
        <p:nvSpPr>
          <p:cNvPr id="11" name="Text 9"/>
          <p:cNvSpPr txBox="1"/>
          <p:nvPr/>
        </p:nvSpPr>
        <p:spPr>
          <a:xfrm>
            <a:off x="1133856" y="4242816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659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Comisiones del 20–30% por venta. Y el cliente termina siendo de la app, no tuyo.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510235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FBE1E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5102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56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" y="503834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415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 gana quien sale primero en el mapa</a:t>
            </a:r>
            <a:endParaRPr lang="en-US" sz="1750" dirty="0"/>
          </a:p>
        </p:txBody>
      </p:sp>
      <p:sp>
        <p:nvSpPr>
          <p:cNvPr id="15" name="Text 13"/>
          <p:cNvSpPr txBox="1"/>
          <p:nvPr/>
        </p:nvSpPr>
        <p:spPr>
          <a:xfrm>
            <a:off x="1133856" y="541324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659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Aunque tu oferta sea mejor, la decisión se la lleva quien aparece arriba en Google.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20840" y="2697480"/>
            <a:ext cx="4892040" cy="3063240"/>
          </a:xfrm>
          <a:prstGeom prst="roundRect">
            <a:avLst>
              <a:gd name="adj" fmla="val 3582"/>
            </a:avLst>
          </a:prstGeom>
          <a:solidFill>
            <a:srgbClr val="F7F0F7"/>
          </a:solidFill>
          <a:ln w="12700">
            <a:solidFill>
              <a:srgbClr val="F0D9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40880" y="29718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6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 UNA FRASE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3383280"/>
            <a:ext cx="4251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415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Gastas en publicidad sin saber si sirve — y compites por atención que ya estaba cerca de tu puerta.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6598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MedusaOS · Panel promocional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052767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E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problema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280160"/>
            <a:ext cx="3474720" cy="3474720"/>
          </a:xfrm>
          <a:prstGeom prst="ellipse">
            <a:avLst/>
          </a:prstGeom>
          <a:solidFill>
            <a:srgbClr val="6D5CEF">
              <a:alpha val="3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8D7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QUÉ 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8016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3600" b="1" dirty="0">
                <a:solidFill>
                  <a:srgbClr val="EE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 panel que recomienda tu negocio a la zona — y </a:t>
            </a:r>
            <a:pPr indent="0" marL="0">
              <a:lnSpc>
                <a:spcPct val="106000"/>
              </a:lnSpc>
              <a:buNone/>
            </a:pPr>
            <a:r>
              <a:rPr lang="en-US" sz="3600" b="1" dirty="0">
                <a:solidFill>
                  <a:srgbClr val="28D7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mide cada resultado</a:t>
            </a:r>
            <a:pPr indent="0" marL="0">
              <a:lnSpc>
                <a:spcPct val="106000"/>
              </a:lnSpc>
              <a:buNone/>
            </a:pPr>
            <a:r>
              <a:rPr lang="en-US" sz="3600" b="1" dirty="0">
                <a:solidFill>
                  <a:srgbClr val="EE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66928" y="3200400"/>
            <a:ext cx="3472586" cy="2286000"/>
          </a:xfrm>
          <a:prstGeom prst="roundRect">
            <a:avLst>
              <a:gd name="adj" fmla="val 4800"/>
            </a:avLst>
          </a:prstGeom>
          <a:solidFill>
            <a:srgbClr val="141738"/>
          </a:solidFill>
          <a:ln w="12700">
            <a:solidFill>
              <a:srgbClr val="2B2F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3474720"/>
            <a:ext cx="585216" cy="585216"/>
          </a:xfrm>
          <a:prstGeom prst="roundRect">
            <a:avLst>
              <a:gd name="adj" fmla="val 21875"/>
            </a:avLst>
          </a:prstGeom>
          <a:solidFill>
            <a:srgbClr val="242A5E"/>
          </a:solidFill>
          <a:ln/>
        </p:spPr>
      </p:sp>
      <p:pic>
        <p:nvPicPr>
          <p:cNvPr id="7" name="Image 0" descr="/home/user/medusssa-studio-brands/medusa-os/presentaciones/prospeccion-restaurantes-beta/assets-pptx/ic_vitri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360273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41248" y="4206240"/>
            <a:ext cx="29239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Vitrina digital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4617720"/>
            <a:ext cx="29239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7AB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negocio, tu promo y tus fotos frente a clientes que están cerca.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59554" y="3200400"/>
            <a:ext cx="3472586" cy="2286000"/>
          </a:xfrm>
          <a:prstGeom prst="roundRect">
            <a:avLst>
              <a:gd name="adj" fmla="val 4800"/>
            </a:avLst>
          </a:prstGeom>
          <a:solidFill>
            <a:srgbClr val="141738"/>
          </a:solidFill>
          <a:ln w="12700">
            <a:solidFill>
              <a:srgbClr val="2B2F6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33874" y="3474720"/>
            <a:ext cx="585216" cy="585216"/>
          </a:xfrm>
          <a:prstGeom prst="roundRect">
            <a:avLst>
              <a:gd name="adj" fmla="val 21875"/>
            </a:avLst>
          </a:prstGeom>
          <a:solidFill>
            <a:srgbClr val="242A5E"/>
          </a:solidFill>
          <a:ln/>
        </p:spPr>
      </p:sp>
      <p:pic>
        <p:nvPicPr>
          <p:cNvPr id="12" name="Image 1" descr="/home/user/medusssa-studio-brands/medusa-os/presentaciones/prospeccion-restaurantes-beta/assets-pptx/ic_redi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1890" y="3602736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33874" y="4206240"/>
            <a:ext cx="29239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Redirección directa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633874" y="4617720"/>
            <a:ext cx="29239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7AB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escaneo y el cliente llega a tu WhatsApp, menú o ubicación. Sin intermediarios.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152181" y="3200400"/>
            <a:ext cx="3472586" cy="2286000"/>
          </a:xfrm>
          <a:prstGeom prst="roundRect">
            <a:avLst>
              <a:gd name="adj" fmla="val 4800"/>
            </a:avLst>
          </a:prstGeom>
          <a:solidFill>
            <a:srgbClr val="141738"/>
          </a:solidFill>
          <a:ln w="12700">
            <a:solidFill>
              <a:srgbClr val="2B2F6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26501" y="3474720"/>
            <a:ext cx="585216" cy="585216"/>
          </a:xfrm>
          <a:prstGeom prst="roundRect">
            <a:avLst>
              <a:gd name="adj" fmla="val 21875"/>
            </a:avLst>
          </a:prstGeom>
          <a:solidFill>
            <a:srgbClr val="242A5E"/>
          </a:solidFill>
          <a:ln/>
        </p:spPr>
      </p:sp>
      <p:pic>
        <p:nvPicPr>
          <p:cNvPr id="17" name="Image 2" descr="/home/user/medusssa-studio-brands/medusa-os/presentaciones/prospeccion-restaurantes-beta/assets-pptx/ic_metric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4517" y="3602736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26501" y="4206240"/>
            <a:ext cx="29239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Métricas reales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8426501" y="4617720"/>
            <a:ext cx="29239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7AB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Cuántos te vieron, cuántos escanearon y cuántos llegaron. Por fin, medible.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7AB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MedusaOS · Panel promocional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7052767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E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6D5C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 PANEL EN PANTALLA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5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Así se ve en la pantalla.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727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659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panel se proyecta en las pantallas de Mobbitrips. Hay dos vistas: la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415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principal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659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la de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415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recomendaciones de la zona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659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donde aparece tu anuncio.</a:t>
            </a:r>
            <a:endParaRPr lang="en-US" sz="1500" dirty="0"/>
          </a:p>
        </p:txBody>
      </p:sp>
      <p:pic>
        <p:nvPicPr>
          <p:cNvPr id="5" name="Image 0" descr="/home/user/medusssa-studio-brands/medusa-os/presentaciones/prospeccion-restaurantes-beta/assets-pptx/screen-princip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331720"/>
            <a:ext cx="5300320" cy="29122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2331720"/>
            <a:ext cx="5300320" cy="2912264"/>
          </a:xfrm>
          <a:prstGeom prst="roundRect">
            <a:avLst>
              <a:gd name="adj" fmla="val 2512"/>
            </a:avLst>
          </a:prstGeom>
          <a:ln w="15875">
            <a:solidFill>
              <a:srgbClr val="C9CCF0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3535528" y="4786784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FFF3CD"/>
          </a:solidFill>
          <a:ln w="12700">
            <a:solidFill>
              <a:srgbClr val="E0A83C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3535528" y="478678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8A5A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◆ REEMPLAZAR CON IMAGEN REAL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5353712"/>
            <a:ext cx="530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15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Pantalla principal</a:t>
            </a:r>
            <a:endParaRPr lang="en-US" sz="1550" dirty="0"/>
          </a:p>
        </p:txBody>
      </p:sp>
      <p:pic>
        <p:nvPicPr>
          <p:cNvPr id="10" name="Image 1" descr="/home/user/medusssa-studio-brands/medusa-os/presentaciones/prospeccion-restaurantes-beta/assets-pptx/screen-re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2331720"/>
            <a:ext cx="5300320" cy="291226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324448" y="2331720"/>
            <a:ext cx="5300320" cy="2912264"/>
          </a:xfrm>
          <a:prstGeom prst="roundRect">
            <a:avLst>
              <a:gd name="adj" fmla="val 2512"/>
            </a:avLst>
          </a:prstGeom>
          <a:ln w="15875">
            <a:solidFill>
              <a:srgbClr val="C9CCF0"/>
            </a:solidFill>
            <a:prstDash val="dash"/>
          </a:ln>
        </p:spPr>
      </p:sp>
      <p:sp>
        <p:nvSpPr>
          <p:cNvPr id="12" name="Shape 8"/>
          <p:cNvSpPr/>
          <p:nvPr/>
        </p:nvSpPr>
        <p:spPr>
          <a:xfrm>
            <a:off x="9293047" y="4786784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FFF3CD"/>
          </a:solidFill>
          <a:ln w="12700">
            <a:solidFill>
              <a:srgbClr val="E0A83C"/>
            </a:solidFill>
            <a:prstDash val="dash"/>
          </a:ln>
        </p:spPr>
      </p:sp>
      <p:sp>
        <p:nvSpPr>
          <p:cNvPr id="13" name="Text 9"/>
          <p:cNvSpPr txBox="1"/>
          <p:nvPr/>
        </p:nvSpPr>
        <p:spPr>
          <a:xfrm>
            <a:off x="9293047" y="478678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8A5A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◆ REEMPLAZAR CON IMAGEN REAL</a:t>
            </a:r>
            <a:endParaRPr lang="en-US" sz="850" dirty="0"/>
          </a:p>
        </p:txBody>
      </p:sp>
      <p:sp>
        <p:nvSpPr>
          <p:cNvPr id="14" name="Text 10"/>
          <p:cNvSpPr txBox="1"/>
          <p:nvPr/>
        </p:nvSpPr>
        <p:spPr>
          <a:xfrm>
            <a:off x="6324448" y="5353712"/>
            <a:ext cx="530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15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Recomendaciones de la zona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6324448" y="5646320"/>
            <a:ext cx="530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E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Aquí aparece tu anuncio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6598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MedusaOS · Panel promocional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7052767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E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panel en pantalla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371600"/>
            <a:ext cx="3840480" cy="3840480"/>
          </a:xfrm>
          <a:prstGeom prst="ellipse">
            <a:avLst/>
          </a:prstGeom>
          <a:solidFill>
            <a:srgbClr val="6D5CEF">
              <a:alpha val="34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8D7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 FLUJO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93268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 anuncio en pantalla </a:t>
            </a:r>
            <a:pPr indent="0" marL="0">
              <a:buNone/>
            </a:pPr>
            <a:r>
              <a:rPr lang="en-US" sz="3200" b="1" dirty="0">
                <a:solidFill>
                  <a:srgbClr val="28D7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un cliente en tu negocio</a:t>
            </a:r>
            <a:pPr indent="0" marL="0">
              <a:buNone/>
            </a:pPr>
            <a:r>
              <a:rPr lang="en-US" sz="3200" b="1" dirty="0">
                <a:solidFill>
                  <a:srgbClr val="EE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2476424" cy="2788920"/>
          </a:xfrm>
          <a:prstGeom prst="roundRect">
            <a:avLst>
              <a:gd name="adj" fmla="val 4431"/>
            </a:avLst>
          </a:prstGeom>
          <a:solidFill>
            <a:srgbClr val="141738"/>
          </a:solidFill>
          <a:ln w="12700">
            <a:solidFill>
              <a:srgbClr val="2B2F63"/>
            </a:solidFill>
            <a:prstDash val="solid"/>
          </a:ln>
        </p:spPr>
      </p:sp>
      <p:pic>
        <p:nvPicPr>
          <p:cNvPr id="6" name="Image 0" descr="/home/user/medusssa-studio-brands/medusa-os/presentaciones/prospeccion-restaurantes-beta/assets-pptx/ic_t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3388" y="2404872"/>
            <a:ext cx="603504" cy="6035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04088" y="3108960"/>
            <a:ext cx="220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50" kern="0" dirty="0">
                <a:solidFill>
                  <a:srgbClr val="28D7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PASO 1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704088" y="338328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E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 proyecta en la tele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3886200"/>
            <a:ext cx="21838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7AB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anuncio aparece en la pantalla y el huésped consume la publicidad.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025064" y="2148840"/>
            <a:ext cx="42062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F8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427400" y="2148840"/>
            <a:ext cx="2476424" cy="2788920"/>
          </a:xfrm>
          <a:prstGeom prst="roundRect">
            <a:avLst>
              <a:gd name="adj" fmla="val 4431"/>
            </a:avLst>
          </a:prstGeom>
          <a:solidFill>
            <a:srgbClr val="141738"/>
          </a:solidFill>
          <a:ln w="12700">
            <a:solidFill>
              <a:srgbClr val="2B2F63"/>
            </a:solidFill>
            <a:prstDash val="solid"/>
          </a:ln>
        </p:spPr>
      </p:sp>
      <p:pic>
        <p:nvPicPr>
          <p:cNvPr id="12" name="Image 1" descr="/home/user/medusssa-studio-brands/medusa-os/presentaciones/prospeccion-restaurantes-beta/assets-pptx/ic_men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860" y="2404872"/>
            <a:ext cx="603504" cy="60350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64560" y="3108960"/>
            <a:ext cx="220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50" kern="0" dirty="0">
                <a:solidFill>
                  <a:srgbClr val="28D7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PASO 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3564560" y="338328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E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Conoce el negocio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573704" y="3886200"/>
            <a:ext cx="21838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7AB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 la información: menú, cómo llegar e imágenes.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885536" y="2148840"/>
            <a:ext cx="42062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F8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6287872" y="2148840"/>
            <a:ext cx="2476424" cy="2788920"/>
          </a:xfrm>
          <a:prstGeom prst="roundRect">
            <a:avLst>
              <a:gd name="adj" fmla="val 4431"/>
            </a:avLst>
          </a:prstGeom>
          <a:solidFill>
            <a:srgbClr val="141738"/>
          </a:solidFill>
          <a:ln w="12700">
            <a:solidFill>
              <a:srgbClr val="2B2F63"/>
            </a:solidFill>
            <a:prstDash val="solid"/>
          </a:ln>
        </p:spPr>
      </p:sp>
      <p:pic>
        <p:nvPicPr>
          <p:cNvPr id="18" name="Image 2" descr="/home/user/medusssa-studio-brands/medusa-os/presentaciones/prospeccion-restaurantes-beta/assets-pptx/ic_q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4332" y="2404872"/>
            <a:ext cx="603504" cy="60350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25032" y="3108960"/>
            <a:ext cx="220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50" kern="0" dirty="0">
                <a:solidFill>
                  <a:srgbClr val="28D7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PASO 3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6425032" y="338328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E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Escanea el QR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6434176" y="3886200"/>
            <a:ext cx="21838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7AB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redirige a comunicación directa contigo, vinculada a la promoción.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8746007" y="2148840"/>
            <a:ext cx="42062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F8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9148343" y="2148840"/>
            <a:ext cx="2476424" cy="2788920"/>
          </a:xfrm>
          <a:prstGeom prst="roundRect">
            <a:avLst>
              <a:gd name="adj" fmla="val 4431"/>
            </a:avLst>
          </a:prstGeom>
          <a:solidFill>
            <a:srgbClr val="123A33"/>
          </a:solidFill>
          <a:ln w="12700">
            <a:solidFill>
              <a:srgbClr val="1F6B5E"/>
            </a:solidFill>
            <a:prstDash val="solid"/>
          </a:ln>
        </p:spPr>
      </p:sp>
      <p:pic>
        <p:nvPicPr>
          <p:cNvPr id="24" name="Image 3" descr="/home/user/medusssa-studio-brands/medusa-os/presentaciones/prospeccion-restaurantes-beta/assets-pptx/ic_sto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4803" y="2404872"/>
            <a:ext cx="603504" cy="60350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85503" y="3108960"/>
            <a:ext cx="220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50" kern="0" dirty="0">
                <a:solidFill>
                  <a:srgbClr val="12B39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RESULTADO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9285503" y="338328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E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Llega al negocio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9294647" y="3886200"/>
            <a:ext cx="21838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7AB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cliente llega a tu local o cierra un pedido contigo.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66928" y="5257800"/>
            <a:ext cx="11057839" cy="731520"/>
          </a:xfrm>
          <a:prstGeom prst="roundRect">
            <a:avLst>
              <a:gd name="adj" fmla="val 15000"/>
            </a:avLst>
          </a:prstGeom>
          <a:solidFill>
            <a:srgbClr val="141738"/>
          </a:solidFill>
          <a:ln w="12700">
            <a:solidFill>
              <a:srgbClr val="2B2F63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95528" y="54406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2B39B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795528" y="5440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50" kern="0" dirty="0">
                <a:solidFill>
                  <a:srgbClr val="022B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SIN COMISIÓN</a:t>
            </a:r>
            <a:endParaRPr lang="en-US" sz="1150" dirty="0"/>
          </a:p>
        </p:txBody>
      </p:sp>
      <p:sp>
        <p:nvSpPr>
          <p:cNvPr id="31" name="Text 25"/>
          <p:cNvSpPr txBox="1"/>
          <p:nvPr/>
        </p:nvSpPr>
        <p:spPr>
          <a:xfrm>
            <a:off x="2532888" y="5257800"/>
            <a:ext cx="88632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B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 va </a:t>
            </a:r>
            <a:pPr indent="0" marL="0">
              <a:buNone/>
            </a:pPr>
            <a:r>
              <a:rPr lang="en-US" sz="1500" b="1" dirty="0">
                <a:solidFill>
                  <a:srgbClr val="EE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vinculado a tu promoción</a:t>
            </a:r>
            <a:pPr indent="0" marL="0">
              <a:buNone/>
            </a:pPr>
            <a:r>
              <a:rPr lang="en-US" sz="1500" dirty="0">
                <a:solidFill>
                  <a:srgbClr val="A7AB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el contacto llega directo a ti. No cobramos por venta.</a:t>
            </a:r>
            <a:endParaRPr lang="en-US" sz="1500" dirty="0"/>
          </a:p>
        </p:txBody>
      </p:sp>
      <p:sp>
        <p:nvSpPr>
          <p:cNvPr id="32" name="Text 26"/>
          <p:cNvSpPr txBox="1"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7AB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MedusaOS · Panel promocional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7052767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E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flujo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6D5C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LAS MÉTRICAS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686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415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Por fin vas a saber </a:t>
            </a:r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6D5C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qué está funcionando</a:t>
            </a:r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415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086600" y="932688"/>
            <a:ext cx="4526280" cy="384048"/>
          </a:xfrm>
          <a:prstGeom prst="roundRect">
            <a:avLst>
              <a:gd name="adj" fmla="val 23810"/>
            </a:avLst>
          </a:prstGeom>
          <a:solidFill>
            <a:srgbClr val="FFF3CD"/>
          </a:solidFill>
          <a:ln w="12700">
            <a:solidFill>
              <a:srgbClr val="E0A83C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7086600" y="93268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8A5A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◆ MOCKUP · REEMPLAZAR CON CAPTURA REAL DEL DASHBOARD</a:t>
            </a:r>
            <a:endParaRPr lang="en-US" sz="900" dirty="0"/>
          </a:p>
        </p:txBody>
      </p:sp>
      <p:pic>
        <p:nvPicPr>
          <p:cNvPr id="6" name="Image 0" descr="/home/user/medusssa-studio-brands/medusa-os/presentaciones/prospeccion-restaurantes-beta/assets-pptx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27632"/>
            <a:ext cx="11057839" cy="42253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589788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9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bimestre te llega un </a:t>
            </a:r>
            <a:pPr indent="0" marL="0">
              <a:buNone/>
            </a:pPr>
            <a:r>
              <a:rPr lang="en-US" sz="1300" b="1" dirty="0">
                <a:solidFill>
                  <a:srgbClr val="1415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reporte simple</a:t>
            </a:r>
            <a:pPr indent="0" marL="0">
              <a:buNone/>
            </a:pPr>
            <a:r>
              <a:rPr lang="en-US" sz="1300" dirty="0">
                <a:solidFill>
                  <a:srgbClr val="5659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cuánta gente te vio, qué promo funcionó y a qué hora conviene publicar.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6598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MedusaOS · Panel promocional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052767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E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métricas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463040"/>
            <a:ext cx="3840480" cy="3840480"/>
          </a:xfrm>
          <a:prstGeom prst="ellipse">
            <a:avLst/>
          </a:prstGeom>
          <a:solidFill>
            <a:srgbClr val="FFCE5A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54864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FFCE5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548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50" kern="0" dirty="0">
                <a:solidFill>
                  <a:srgbClr val="3A26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PRUEBA BETA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395728" y="54864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12B39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395728" y="5486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50" kern="0" dirty="0">
                <a:solidFill>
                  <a:srgbClr val="022B2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100% GRATIS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078992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100" b="1" dirty="0">
                <a:solidFill>
                  <a:srgbClr val="EE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Sé de los primeros. Sin costo, sin tarjeta, sin compromiso.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566928" y="224028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FFCE5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2240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26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33856" y="218541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Tu negocio en el panel — gratis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" y="253288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A7AB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Ficha con fotos y promo durante todo el periodo beta.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17296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FFCE5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3172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26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" y="311810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Redirección a WhatsApp, menú y mapa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133856" y="346557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A7AB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clientes llegan directo a ti, sin comisión por venta.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10565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FFCE5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26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" y="405079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Reporte de métricas bimestral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" y="439826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A7AB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 reales de cuánta gente te vio y te buscó.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503834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FFCE5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6928" y="5038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26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133856" y="49834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Nosotros armamos tu ficha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" y="533095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A7AB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Tú solo mandas fotos y promo; del resto nos encargamos.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720840" y="2240280"/>
            <a:ext cx="4892040" cy="3383280"/>
          </a:xfrm>
          <a:prstGeom prst="roundRect">
            <a:avLst>
              <a:gd name="adj" fmla="val 3243"/>
            </a:avLst>
          </a:prstGeom>
          <a:solidFill>
            <a:srgbClr val="20204A"/>
          </a:solidFill>
          <a:ln w="12700">
            <a:solidFill>
              <a:srgbClr val="4A3A2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40880" y="25420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E5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CUPO LIMITADO POR ZONA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292608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EE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Aceptamos pocos negocios por categoría dentro del radio de 1 km.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425196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7AB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saturamos el panel: cuidamos que tu promo destaque. El que entra en la beta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CE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queda con el lugar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7AB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su categoría en la zona.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7AB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MedusaOS · Panel promocional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052767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E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Prueba beta gratuita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6D5CEF">
              <a:alpha val="4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8D7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CÓMO EMPIEZAS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51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E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 15 minutos estás dentro.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3472586" cy="2331720"/>
          </a:xfrm>
          <a:prstGeom prst="roundRect">
            <a:avLst>
              <a:gd name="adj" fmla="val 4706"/>
            </a:avLst>
          </a:prstGeom>
          <a:solidFill>
            <a:srgbClr val="141738"/>
          </a:solidFill>
          <a:ln w="12700">
            <a:solidFill>
              <a:srgbClr val="2B2F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560320"/>
            <a:ext cx="530352" cy="530352"/>
          </a:xfrm>
          <a:prstGeom prst="roundRect">
            <a:avLst>
              <a:gd name="adj" fmla="val 22414"/>
            </a:avLst>
          </a:prstGeom>
          <a:solidFill>
            <a:srgbClr val="6D5CE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25603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578608"/>
            <a:ext cx="2375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Nos das lo básico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291840"/>
            <a:ext cx="292394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7AB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Nombre, 3–5 fotos, tu promo de arranque y a dónde mandamos a los clientes (WhatsApp, menú o ubicación).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59554" y="2286000"/>
            <a:ext cx="3472586" cy="2331720"/>
          </a:xfrm>
          <a:prstGeom prst="roundRect">
            <a:avLst>
              <a:gd name="adj" fmla="val 4706"/>
            </a:avLst>
          </a:prstGeom>
          <a:solidFill>
            <a:srgbClr val="141738"/>
          </a:solidFill>
          <a:ln w="12700">
            <a:solidFill>
              <a:srgbClr val="2B2F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33874" y="2560320"/>
            <a:ext cx="530352" cy="530352"/>
          </a:xfrm>
          <a:prstGeom prst="roundRect">
            <a:avLst>
              <a:gd name="adj" fmla="val 22414"/>
            </a:avLst>
          </a:prstGeom>
          <a:solidFill>
            <a:srgbClr val="6D5C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33874" y="25603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273954" y="2578608"/>
            <a:ext cx="2375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Armamos tu ficha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633874" y="3291840"/>
            <a:ext cx="292394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7AB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Nosotros la diseñamos y la dejamos lista en el panel. Tú la apruebas. Cero trabajo técnico de tu lado.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52181" y="2286000"/>
            <a:ext cx="3472586" cy="2331720"/>
          </a:xfrm>
          <a:prstGeom prst="roundRect">
            <a:avLst>
              <a:gd name="adj" fmla="val 4706"/>
            </a:avLst>
          </a:prstGeom>
          <a:solidFill>
            <a:srgbClr val="141738"/>
          </a:solidFill>
          <a:ln w="12700">
            <a:solidFill>
              <a:srgbClr val="2B2F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26501" y="2560320"/>
            <a:ext cx="530352" cy="530352"/>
          </a:xfrm>
          <a:prstGeom prst="roundRect">
            <a:avLst>
              <a:gd name="adj" fmla="val 22414"/>
            </a:avLst>
          </a:prstGeom>
          <a:solidFill>
            <a:srgbClr val="6D5CE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26501" y="25603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066581" y="2578608"/>
            <a:ext cx="2375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Publicamos y mides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426501" y="3291840"/>
            <a:ext cx="292394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7AB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negocio entra al panel de la zona y empiezas a recibir clientes — y tu primer reporte.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5029200"/>
            <a:ext cx="3566160" cy="640080"/>
          </a:xfrm>
          <a:prstGeom prst="roundRect">
            <a:avLst>
              <a:gd name="adj" fmla="val 20000"/>
            </a:avLst>
          </a:prstGeom>
          <a:solidFill>
            <a:srgbClr val="6D5CE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6928" y="50292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Aparta tu lugar en la beta  →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361688" y="5029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B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para negocios a 1 km de la sede de Mobbitrips.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7AB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MedusaOS · Panel promocional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052767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E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Cómo empiezas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2026-09-18T18:40:58Z</dcterms:created>
  <dcterms:modified xsi:type="dcterms:W3CDTF">2026-09-18T18:40:58Z</dcterms:modified>
</cp:coreProperties>
</file>